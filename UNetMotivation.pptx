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2" r:id="rId4"/>
  </p:sldMasterIdLst>
  <p:notesMasterIdLst>
    <p:notesMasterId r:id="rId10"/>
  </p:notesMasterIdLst>
  <p:sldIdLst>
    <p:sldId id="258" r:id="rId5"/>
    <p:sldId id="256" r:id="rId6"/>
    <p:sldId id="262" r:id="rId7"/>
    <p:sldId id="286" r:id="rId8"/>
    <p:sldId id="287" r:id="rId9"/>
  </p:sldIdLst>
  <p:sldSz cx="12192000" cy="6858000"/>
  <p:notesSz cx="6858000" cy="9144000"/>
  <p:custDataLst>
    <p:tags r:id="rId11"/>
  </p:custDataLst>
  <p:defaultTextStyle>
    <a:defPPr>
      <a:defRPr lang="nb-NO"/>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04040"/>
    <a:srgbClr val="0A9754"/>
    <a:srgbClr val="36A698"/>
    <a:srgbClr val="014A42"/>
    <a:srgbClr val="999999"/>
    <a:srgbClr val="08A698"/>
    <a:srgbClr val="BFBFB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4" autoAdjust="0"/>
    <p:restoredTop sz="94694"/>
  </p:normalViewPr>
  <p:slideViewPr>
    <p:cSldViewPr snapToGrid="0" showGuides="1">
      <p:cViewPr varScale="1">
        <p:scale>
          <a:sx n="76" d="100"/>
          <a:sy n="76" d="100"/>
        </p:scale>
        <p:origin x="62" y="10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presProps" Target="pres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tags" Target="tags/tag1.xml"/><Relationship Id="rId5" Type="http://schemas.openxmlformats.org/officeDocument/2006/relationships/slide" Target="slides/slide1.xml"/><Relationship Id="rId15" Type="http://schemas.openxmlformats.org/officeDocument/2006/relationships/tableStyles" Target="tableStyles.xml"/><Relationship Id="rId10"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ssholder for top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nb-NO"/>
          </a:p>
        </p:txBody>
      </p:sp>
      <p:sp>
        <p:nvSpPr>
          <p:cNvPr id="3" name="Plassholder for dato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77838F3-3A43-45FD-A1C3-14E37F1B9C90}" type="datetimeFigureOut">
              <a:rPr lang="nb-NO" smtClean="0"/>
              <a:t>06.01.2025</a:t>
            </a:fld>
            <a:endParaRPr lang="nb-NO"/>
          </a:p>
        </p:txBody>
      </p:sp>
      <p:sp>
        <p:nvSpPr>
          <p:cNvPr id="4" name="Plassholder for lysbilde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nb-NO"/>
          </a:p>
        </p:txBody>
      </p:sp>
      <p:sp>
        <p:nvSpPr>
          <p:cNvPr id="5" name="Plassholder for nota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p>
        </p:txBody>
      </p:sp>
      <p:sp>
        <p:nvSpPr>
          <p:cNvPr id="6" name="Plassholder for bunn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nb-NO"/>
          </a:p>
        </p:txBody>
      </p:sp>
      <p:sp>
        <p:nvSpPr>
          <p:cNvPr id="7" name="Plassholder for lysbilde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DBA6C3A-A3CD-4567-8ECA-9606991824D3}" type="slidenum">
              <a:rPr lang="nb-NO" smtClean="0"/>
              <a:t>‹#›</a:t>
            </a:fld>
            <a:endParaRPr lang="nb-NO"/>
          </a:p>
        </p:txBody>
      </p:sp>
    </p:spTree>
    <p:extLst>
      <p:ext uri="{BB962C8B-B14F-4D97-AF65-F5344CB8AC3E}">
        <p14:creationId xmlns:p14="http://schemas.microsoft.com/office/powerpoint/2010/main" val="4073363156"/>
      </p:ext>
    </p:extLst>
  </p:cSld>
  <p:clrMap bg1="lt1" tx1="dk1" bg2="lt2" tx2="dk2" accent1="accent1" accent2="accent2" accent3="accent3" accent4="accent4" accent5="accent5" accent6="accent6" hlink="hlink" folHlink="folHlink"/>
  <p:notesStyle>
    <a:lvl1pPr marL="0" algn="l" defTabSz="914377" rtl="0" eaLnBrk="1" latinLnBrk="0" hangingPunct="1">
      <a:defRPr sz="1200" kern="1200">
        <a:solidFill>
          <a:schemeClr val="tx1"/>
        </a:solidFill>
        <a:latin typeface="+mn-lt"/>
        <a:ea typeface="+mn-ea"/>
        <a:cs typeface="+mn-cs"/>
      </a:defRPr>
    </a:lvl1pPr>
    <a:lvl2pPr marL="457189" algn="l" defTabSz="914377" rtl="0" eaLnBrk="1" latinLnBrk="0" hangingPunct="1">
      <a:defRPr sz="1200" kern="1200">
        <a:solidFill>
          <a:schemeClr val="tx1"/>
        </a:solidFill>
        <a:latin typeface="+mn-lt"/>
        <a:ea typeface="+mn-ea"/>
        <a:cs typeface="+mn-cs"/>
      </a:defRPr>
    </a:lvl2pPr>
    <a:lvl3pPr marL="914377" algn="l" defTabSz="914377" rtl="0" eaLnBrk="1" latinLnBrk="0" hangingPunct="1">
      <a:defRPr sz="1200" kern="1200">
        <a:solidFill>
          <a:schemeClr val="tx1"/>
        </a:solidFill>
        <a:latin typeface="+mn-lt"/>
        <a:ea typeface="+mn-ea"/>
        <a:cs typeface="+mn-cs"/>
      </a:defRPr>
    </a:lvl3pPr>
    <a:lvl4pPr marL="1371566" algn="l" defTabSz="914377" rtl="0" eaLnBrk="1" latinLnBrk="0" hangingPunct="1">
      <a:defRPr sz="1200" kern="1200">
        <a:solidFill>
          <a:schemeClr val="tx1"/>
        </a:solidFill>
        <a:latin typeface="+mn-lt"/>
        <a:ea typeface="+mn-ea"/>
        <a:cs typeface="+mn-cs"/>
      </a:defRPr>
    </a:lvl4pPr>
    <a:lvl5pPr marL="1828754" algn="l" defTabSz="914377" rtl="0" eaLnBrk="1" latinLnBrk="0" hangingPunct="1">
      <a:defRPr sz="1200" kern="1200">
        <a:solidFill>
          <a:schemeClr val="tx1"/>
        </a:solidFill>
        <a:latin typeface="+mn-lt"/>
        <a:ea typeface="+mn-ea"/>
        <a:cs typeface="+mn-cs"/>
      </a:defRPr>
    </a:lvl5pPr>
    <a:lvl6pPr marL="2285943" algn="l" defTabSz="914377" rtl="0" eaLnBrk="1" latinLnBrk="0" hangingPunct="1">
      <a:defRPr sz="1200" kern="1200">
        <a:solidFill>
          <a:schemeClr val="tx1"/>
        </a:solidFill>
        <a:latin typeface="+mn-lt"/>
        <a:ea typeface="+mn-ea"/>
        <a:cs typeface="+mn-cs"/>
      </a:defRPr>
    </a:lvl6pPr>
    <a:lvl7pPr marL="2743131" algn="l" defTabSz="914377" rtl="0" eaLnBrk="1" latinLnBrk="0" hangingPunct="1">
      <a:defRPr sz="1200" kern="1200">
        <a:solidFill>
          <a:schemeClr val="tx1"/>
        </a:solidFill>
        <a:latin typeface="+mn-lt"/>
        <a:ea typeface="+mn-ea"/>
        <a:cs typeface="+mn-cs"/>
      </a:defRPr>
    </a:lvl7pPr>
    <a:lvl8pPr marL="3200320" algn="l" defTabSz="914377" rtl="0" eaLnBrk="1" latinLnBrk="0" hangingPunct="1">
      <a:defRPr sz="1200" kern="1200">
        <a:solidFill>
          <a:schemeClr val="tx1"/>
        </a:solidFill>
        <a:latin typeface="+mn-lt"/>
        <a:ea typeface="+mn-ea"/>
        <a:cs typeface="+mn-cs"/>
      </a:defRPr>
    </a:lvl8pPr>
    <a:lvl9pPr marL="3657509" algn="l" defTabSz="914377"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slideMaster" Target="../slideMasters/slideMaster1.xml"/><Relationship Id="rId1" Type="http://schemas.openxmlformats.org/officeDocument/2006/relationships/tags" Target="../tags/tag3.xml"/><Relationship Id="rId6" Type="http://schemas.openxmlformats.org/officeDocument/2006/relationships/image" Target="../media/image4.png"/><Relationship Id="rId5" Type="http://schemas.openxmlformats.org/officeDocument/2006/relationships/image" Target="../media/image1.emf"/><Relationship Id="rId4" Type="http://schemas.openxmlformats.org/officeDocument/2006/relationships/oleObject" Target="../embeddings/oleObject2.bin"/></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1.xml"/><Relationship Id="rId1" Type="http://schemas.openxmlformats.org/officeDocument/2006/relationships/tags" Target="../tags/tag4.xml"/><Relationship Id="rId6" Type="http://schemas.openxmlformats.org/officeDocument/2006/relationships/image" Target="../media/image4.png"/><Relationship Id="rId5" Type="http://schemas.openxmlformats.org/officeDocument/2006/relationships/image" Target="../media/image1.emf"/><Relationship Id="rId4" Type="http://schemas.openxmlformats.org/officeDocument/2006/relationships/oleObject" Target="../embeddings/oleObject3.bin"/></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slideMaster" Target="../slideMasters/slideMaster1.xml"/><Relationship Id="rId1" Type="http://schemas.openxmlformats.org/officeDocument/2006/relationships/tags" Target="../tags/tag5.xml"/><Relationship Id="rId6" Type="http://schemas.openxmlformats.org/officeDocument/2006/relationships/image" Target="../media/image4.png"/><Relationship Id="rId5" Type="http://schemas.openxmlformats.org/officeDocument/2006/relationships/image" Target="../media/image1.emf"/><Relationship Id="rId4" Type="http://schemas.openxmlformats.org/officeDocument/2006/relationships/oleObject" Target="../embeddings/oleObject4.bin"/></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slideMaster" Target="../slideMasters/slideMaster1.xml"/><Relationship Id="rId1" Type="http://schemas.openxmlformats.org/officeDocument/2006/relationships/tags" Target="../tags/tag6.xml"/><Relationship Id="rId6" Type="http://schemas.openxmlformats.org/officeDocument/2006/relationships/image" Target="../media/image4.png"/><Relationship Id="rId5" Type="http://schemas.openxmlformats.org/officeDocument/2006/relationships/image" Target="../media/image1.emf"/><Relationship Id="rId4" Type="http://schemas.openxmlformats.org/officeDocument/2006/relationships/oleObject" Target="../embeddings/oleObject5.bin"/></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slideMaster" Target="../slideMasters/slideMaster1.xml"/><Relationship Id="rId1" Type="http://schemas.openxmlformats.org/officeDocument/2006/relationships/tags" Target="../tags/tag7.xml"/><Relationship Id="rId6" Type="http://schemas.openxmlformats.org/officeDocument/2006/relationships/image" Target="../media/image4.png"/><Relationship Id="rId5" Type="http://schemas.openxmlformats.org/officeDocument/2006/relationships/image" Target="../media/image1.emf"/><Relationship Id="rId4" Type="http://schemas.openxmlformats.org/officeDocument/2006/relationships/oleObject" Target="../embeddings/oleObject6.bin"/></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Master" Target="../slideMasters/slideMaster1.xml"/><Relationship Id="rId1" Type="http://schemas.openxmlformats.org/officeDocument/2006/relationships/tags" Target="../tags/tag8.xml"/><Relationship Id="rId4" Type="http://schemas.openxmlformats.org/officeDocument/2006/relationships/image" Target="../media/image1.emf"/></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Master" Target="../slideMasters/slideMaster1.xml"/><Relationship Id="rId1" Type="http://schemas.openxmlformats.org/officeDocument/2006/relationships/tags" Target="../tags/tag9.xml"/><Relationship Id="rId4" Type="http://schemas.openxmlformats.org/officeDocument/2006/relationships/image" Target="../media/image1.emf"/></Relationships>
</file>

<file path=ppt/slideLayouts/_rels/slideLayout17.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Master" Target="../slideMasters/slideMaster1.xml"/><Relationship Id="rId1" Type="http://schemas.openxmlformats.org/officeDocument/2006/relationships/tags" Target="../tags/tag10.xml"/><Relationship Id="rId6" Type="http://schemas.openxmlformats.org/officeDocument/2006/relationships/image" Target="../media/image2.emf"/><Relationship Id="rId5" Type="http://schemas.openxmlformats.org/officeDocument/2006/relationships/image" Target="../media/image4.png"/><Relationship Id="rId4" Type="http://schemas.openxmlformats.org/officeDocument/2006/relationships/image" Target="../media/image1.emf"/></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Master" Target="../slideMasters/slideMaster1.xml"/><Relationship Id="rId1" Type="http://schemas.openxmlformats.org/officeDocument/2006/relationships/tags" Target="../tags/tag11.xml"/><Relationship Id="rId5" Type="http://schemas.openxmlformats.org/officeDocument/2006/relationships/image" Target="../media/image2.emf"/><Relationship Id="rId4" Type="http://schemas.openxmlformats.org/officeDocument/2006/relationships/image" Target="../media/image1.emf"/></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Master" Target="../slideMasters/slideMaster1.xml"/><Relationship Id="rId1" Type="http://schemas.openxmlformats.org/officeDocument/2006/relationships/tags" Target="../tags/tag12.xml"/><Relationship Id="rId5" Type="http://schemas.openxmlformats.org/officeDocument/2006/relationships/image" Target="../media/image18.png"/><Relationship Id="rId4" Type="http://schemas.openxmlformats.org/officeDocument/2006/relationships/image" Target="../media/image1.emf"/></Relationships>
</file>

<file path=ppt/slideLayouts/_rels/slideLayout35.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Master" Target="../slideMasters/slideMaster1.xml"/><Relationship Id="rId1" Type="http://schemas.openxmlformats.org/officeDocument/2006/relationships/tags" Target="../tags/tag13.xml"/><Relationship Id="rId5" Type="http://schemas.openxmlformats.org/officeDocument/2006/relationships/image" Target="../media/image18.png"/><Relationship Id="rId4" Type="http://schemas.openxmlformats.org/officeDocument/2006/relationships/image" Target="../media/image1.emf"/></Relationships>
</file>

<file path=ppt/slideLayouts/_rels/slideLayout36.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Master" Target="../slideMasters/slideMaster1.xml"/><Relationship Id="rId1" Type="http://schemas.openxmlformats.org/officeDocument/2006/relationships/tags" Target="../tags/tag14.xml"/><Relationship Id="rId5" Type="http://schemas.openxmlformats.org/officeDocument/2006/relationships/image" Target="../media/image19.png"/><Relationship Id="rId4" Type="http://schemas.openxmlformats.org/officeDocument/2006/relationships/image" Target="../media/image1.emf"/></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p:bg>
      <p:bgPr>
        <a:blipFill>
          <a:blip r:embed="rId2" cstate="print">
            <a:extLst>
              <a:ext uri="{28A0092B-C50C-407E-A947-70E740481C1C}">
                <a14:useLocalDpi xmlns:a14="http://schemas.microsoft.com/office/drawing/2010/main"/>
              </a:ext>
            </a:extLst>
          </a:blip>
          <a:stretch>
            <a:fillRect/>
          </a:stretch>
        </a:blipFill>
        <a:effectLst/>
      </p:bgPr>
    </p:bg>
    <p:spTree>
      <p:nvGrpSpPr>
        <p:cNvPr id="1" name=""/>
        <p:cNvGrpSpPr/>
        <p:nvPr/>
      </p:nvGrpSpPr>
      <p:grpSpPr>
        <a:xfrm>
          <a:off x="0" y="0"/>
          <a:ext cx="0" cy="0"/>
          <a:chOff x="0" y="0"/>
          <a:chExt cx="0" cy="0"/>
        </a:xfrm>
      </p:grpSpPr>
      <p:sp>
        <p:nvSpPr>
          <p:cNvPr id="5" name="Rektangel 4">
            <a:extLst>
              <a:ext uri="{FF2B5EF4-FFF2-40B4-BE49-F238E27FC236}">
                <a16:creationId xmlns:a16="http://schemas.microsoft.com/office/drawing/2014/main" id="{B911A57E-8037-452C-843E-B9F2CDCA9DAC}"/>
              </a:ext>
            </a:extLst>
          </p:cNvPr>
          <p:cNvSpPr/>
          <p:nvPr/>
        </p:nvSpPr>
        <p:spPr>
          <a:xfrm rot="5400000">
            <a:off x="1380000" y="-1380000"/>
            <a:ext cx="6859200" cy="9619200"/>
          </a:xfrm>
          <a:prstGeom prst="rect">
            <a:avLst/>
          </a:prstGeom>
          <a:gradFill>
            <a:gsLst>
              <a:gs pos="0">
                <a:schemeClr val="tx1">
                  <a:alpha val="0"/>
                </a:schemeClr>
              </a:gs>
              <a:gs pos="99000">
                <a:schemeClr val="tx1">
                  <a:alpha val="49841"/>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vert="horz" lIns="121920" tIns="60960" rIns="121920" bIns="60960" rtlCol="0" anchor="ctr">
            <a:normAutofit/>
          </a:bodyPr>
          <a:lstStyle/>
          <a:p>
            <a:pPr lvl="0" indent="0" algn="ctr">
              <a:lnSpc>
                <a:spcPct val="110000"/>
              </a:lnSpc>
              <a:spcBef>
                <a:spcPts val="0"/>
              </a:spcBef>
              <a:buFont typeface="Arial" panose="020B0604020202020204" pitchFamily="34" charset="0"/>
              <a:buNone/>
            </a:pPr>
            <a:endParaRPr lang="nb-NO" sz="133" dirty="0"/>
          </a:p>
        </p:txBody>
      </p:sp>
      <p:sp>
        <p:nvSpPr>
          <p:cNvPr id="13" name="Undertittel 2">
            <a:extLst>
              <a:ext uri="{FF2B5EF4-FFF2-40B4-BE49-F238E27FC236}">
                <a16:creationId xmlns:a16="http://schemas.microsoft.com/office/drawing/2014/main" id="{384F025F-44F0-25C3-6ECC-8DAD0F06614C}"/>
              </a:ext>
            </a:extLst>
          </p:cNvPr>
          <p:cNvSpPr>
            <a:spLocks noGrp="1"/>
          </p:cNvSpPr>
          <p:nvPr>
            <p:ph type="subTitle" idx="1"/>
          </p:nvPr>
        </p:nvSpPr>
        <p:spPr>
          <a:xfrm>
            <a:off x="720000" y="4289114"/>
            <a:ext cx="6106693" cy="451405"/>
          </a:xfrm>
        </p:spPr>
        <p:txBody>
          <a:bodyPr>
            <a:normAutofit/>
          </a:bodyPr>
          <a:lstStyle>
            <a:lvl1pPr marL="0" indent="0" algn="l">
              <a:lnSpc>
                <a:spcPct val="100000"/>
              </a:lnSpc>
              <a:buNone/>
              <a:defRPr sz="2133">
                <a:solidFill>
                  <a:schemeClr val="lt1"/>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endParaRPr lang="nb-NO" dirty="0"/>
          </a:p>
        </p:txBody>
      </p:sp>
      <p:sp>
        <p:nvSpPr>
          <p:cNvPr id="16" name="Tittel 1">
            <a:extLst>
              <a:ext uri="{FF2B5EF4-FFF2-40B4-BE49-F238E27FC236}">
                <a16:creationId xmlns:a16="http://schemas.microsoft.com/office/drawing/2014/main" id="{AE01B60E-C591-673B-9D8E-8E7B59C0E4CD}"/>
              </a:ext>
            </a:extLst>
          </p:cNvPr>
          <p:cNvSpPr>
            <a:spLocks noGrp="1"/>
          </p:cNvSpPr>
          <p:nvPr>
            <p:ph type="ctrTitle"/>
          </p:nvPr>
        </p:nvSpPr>
        <p:spPr>
          <a:xfrm>
            <a:off x="720001" y="1415846"/>
            <a:ext cx="6470316" cy="2782300"/>
          </a:xfrm>
        </p:spPr>
        <p:txBody>
          <a:bodyPr anchor="t">
            <a:normAutofit/>
          </a:bodyPr>
          <a:lstStyle>
            <a:lvl1pPr algn="l">
              <a:lnSpc>
                <a:spcPct val="90000"/>
              </a:lnSpc>
              <a:defRPr sz="6400">
                <a:solidFill>
                  <a:schemeClr val="lt1"/>
                </a:solidFill>
              </a:defRPr>
            </a:lvl1pPr>
          </a:lstStyle>
          <a:p>
            <a:r>
              <a:rPr lang="en-US"/>
              <a:t>Click to edit Master title style</a:t>
            </a:r>
            <a:endParaRPr lang="nb-NO" dirty="0"/>
          </a:p>
        </p:txBody>
      </p:sp>
      <p:sp>
        <p:nvSpPr>
          <p:cNvPr id="8" name="Plassholder for dato 3">
            <a:extLst>
              <a:ext uri="{FF2B5EF4-FFF2-40B4-BE49-F238E27FC236}">
                <a16:creationId xmlns:a16="http://schemas.microsoft.com/office/drawing/2014/main" id="{0AE497B3-F9C6-0E2C-CB81-7F47015F4305}"/>
              </a:ext>
            </a:extLst>
          </p:cNvPr>
          <p:cNvSpPr>
            <a:spLocks noGrp="1"/>
          </p:cNvSpPr>
          <p:nvPr>
            <p:ph type="dt" sz="half" idx="10"/>
          </p:nvPr>
        </p:nvSpPr>
        <p:spPr>
          <a:xfrm>
            <a:off x="0" y="-257041"/>
            <a:ext cx="0" cy="204543"/>
          </a:xfrm>
          <a:prstGeom prst="rect">
            <a:avLst/>
          </a:prstGeom>
        </p:spPr>
        <p:txBody>
          <a:bodyPr/>
          <a:lstStyle/>
          <a:p>
            <a:fld id="{8049B0F7-39AE-40BC-8497-581B83AC5F34}" type="datetime1">
              <a:rPr lang="nb-NO" smtClean="0"/>
              <a:pPr/>
              <a:t>06.01.2025</a:t>
            </a:fld>
            <a:endParaRPr lang="nb-NO" dirty="0"/>
          </a:p>
        </p:txBody>
      </p:sp>
      <p:sp>
        <p:nvSpPr>
          <p:cNvPr id="10" name="Plassholder for bunntekst 4">
            <a:extLst>
              <a:ext uri="{FF2B5EF4-FFF2-40B4-BE49-F238E27FC236}">
                <a16:creationId xmlns:a16="http://schemas.microsoft.com/office/drawing/2014/main" id="{7C45857F-9C70-0FF8-D8C1-AAC06F818DAD}"/>
              </a:ext>
            </a:extLst>
          </p:cNvPr>
          <p:cNvSpPr>
            <a:spLocks noGrp="1"/>
          </p:cNvSpPr>
          <p:nvPr>
            <p:ph type="ftr" sz="quarter" idx="11"/>
          </p:nvPr>
        </p:nvSpPr>
        <p:spPr>
          <a:xfrm>
            <a:off x="0" y="-165029"/>
            <a:ext cx="0" cy="0"/>
          </a:xfrm>
          <a:prstGeom prst="rect">
            <a:avLst/>
          </a:prstGeom>
        </p:spPr>
        <p:txBody>
          <a:bodyPr lIns="0" tIns="0" rIns="0" bIns="0"/>
          <a:lstStyle>
            <a:lvl1pPr>
              <a:defRPr sz="133"/>
            </a:lvl1pPr>
          </a:lstStyle>
          <a:p>
            <a:r>
              <a:rPr lang="en-US" dirty="0"/>
              <a:t>See Statement of Proprietary information</a:t>
            </a:r>
            <a:endParaRPr lang="nb-NO" dirty="0"/>
          </a:p>
        </p:txBody>
      </p:sp>
      <p:sp>
        <p:nvSpPr>
          <p:cNvPr id="3" name="TekstSylinder 12">
            <a:extLst>
              <a:ext uri="{FF2B5EF4-FFF2-40B4-BE49-F238E27FC236}">
                <a16:creationId xmlns:a16="http://schemas.microsoft.com/office/drawing/2014/main" id="{EA51F3E5-A054-0733-3A7D-605DB7165EBB}"/>
              </a:ext>
            </a:extLst>
          </p:cNvPr>
          <p:cNvSpPr txBox="1"/>
          <p:nvPr/>
        </p:nvSpPr>
        <p:spPr>
          <a:xfrm>
            <a:off x="720001" y="6376202"/>
            <a:ext cx="6697724" cy="290401"/>
          </a:xfrm>
          <a:prstGeom prst="rect">
            <a:avLst/>
          </a:prstGeom>
          <a:noFill/>
        </p:spPr>
        <p:txBody>
          <a:bodyPr wrap="square" lIns="192000" rIns="192000" rtlCol="0">
            <a:spAutoFit/>
          </a:bodyPr>
          <a:lstStyle/>
          <a:p>
            <a:pPr>
              <a:lnSpc>
                <a:spcPct val="110000"/>
              </a:lnSpc>
            </a:pPr>
            <a:r>
              <a:rPr lang="en-GB" sz="600" b="1" i="0" kern="1200" spc="27" baseline="0" dirty="0">
                <a:solidFill>
                  <a:schemeClr val="bg1"/>
                </a:solidFill>
                <a:effectLst/>
                <a:latin typeface="Calibri" panose="020F0502020204030204" pitchFamily="34" charset="0"/>
                <a:ea typeface="+mn-ea"/>
                <a:cs typeface="Calibri" panose="020F0502020204030204" pitchFamily="34" charset="0"/>
              </a:rPr>
              <a:t>KONGSBERG PROPRIETARY:  </a:t>
            </a:r>
            <a:r>
              <a:rPr lang="en-GB" sz="600" b="0" i="0" kern="1200" spc="27" baseline="0" dirty="0">
                <a:solidFill>
                  <a:schemeClr val="bg1"/>
                </a:solidFill>
                <a:effectLst/>
                <a:latin typeface="Calibri" panose="020F0502020204030204" pitchFamily="34" charset="0"/>
                <a:ea typeface="+mn-ea"/>
                <a:cs typeface="Calibri" panose="020F0502020204030204" pitchFamily="34" charset="0"/>
              </a:rPr>
              <a:t>This document contains KONGSBERG information which is proprietary and confidential. Any disclosure, copying, distribution or use is prohibited if not otherwise explicitly agreed with KONGSBERG in writing. Any authorised reproduction in whole or in part, must include this legend. © 2024 KONGSBERG – All rights reserved</a:t>
            </a:r>
            <a:r>
              <a:rPr lang="en-GB" sz="600" b="0" i="0" kern="1200" dirty="0">
                <a:solidFill>
                  <a:schemeClr val="bg1"/>
                </a:solidFill>
                <a:effectLst/>
                <a:latin typeface="Calibri" panose="020F0502020204030204" pitchFamily="34" charset="0"/>
                <a:ea typeface="+mn-ea"/>
                <a:cs typeface="Calibri" panose="020F0502020204030204" pitchFamily="34" charset="0"/>
              </a:rPr>
              <a:t>.</a:t>
            </a:r>
            <a:endParaRPr lang="nb-NO" sz="1200" dirty="0">
              <a:solidFill>
                <a:schemeClr val="bg1"/>
              </a:solidFill>
              <a:latin typeface="Calibri" panose="020F0502020204030204" pitchFamily="34" charset="0"/>
              <a:cs typeface="Calibri" panose="020F0502020204030204" pitchFamily="34" charset="0"/>
            </a:endParaRPr>
          </a:p>
        </p:txBody>
      </p:sp>
      <p:pic>
        <p:nvPicPr>
          <p:cNvPr id="12" name="Picture 1">
            <a:extLst>
              <a:ext uri="{FF2B5EF4-FFF2-40B4-BE49-F238E27FC236}">
                <a16:creationId xmlns:a16="http://schemas.microsoft.com/office/drawing/2014/main" id="{80AD129D-043E-BC1A-C499-CFAB1182C9FD}"/>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10711580" y="361469"/>
            <a:ext cx="1051304" cy="1054376"/>
          </a:xfrm>
          <a:prstGeom prst="rect">
            <a:avLst/>
          </a:prstGeom>
        </p:spPr>
      </p:pic>
      <p:sp>
        <p:nvSpPr>
          <p:cNvPr id="2" name="TekstSylinder 1">
            <a:extLst>
              <a:ext uri="{FF2B5EF4-FFF2-40B4-BE49-F238E27FC236}">
                <a16:creationId xmlns:a16="http://schemas.microsoft.com/office/drawing/2014/main" id="{6B4A169E-5B25-7365-94F5-6BB83CCD6829}"/>
              </a:ext>
            </a:extLst>
          </p:cNvPr>
          <p:cNvSpPr txBox="1"/>
          <p:nvPr userDrawn="1"/>
        </p:nvSpPr>
        <p:spPr>
          <a:xfrm>
            <a:off x="0" y="-867881"/>
            <a:ext cx="7294109" cy="830997"/>
          </a:xfrm>
          <a:prstGeom prst="rect">
            <a:avLst/>
          </a:prstGeom>
          <a:solidFill>
            <a:schemeClr val="accent1"/>
          </a:solidFill>
        </p:spPr>
        <p:txBody>
          <a:bodyPr wrap="square" rtlCol="0">
            <a:spAutoFit/>
          </a:bodyPr>
          <a:lstStyle/>
          <a:p>
            <a:r>
              <a:rPr lang="nb-NO" sz="2400" dirty="0"/>
              <a:t>Right click </a:t>
            </a:r>
            <a:r>
              <a:rPr lang="nb-NO" sz="2400" dirty="0" err="1"/>
              <a:t>here</a:t>
            </a:r>
            <a:r>
              <a:rPr lang="nb-NO" sz="2400" dirty="0"/>
              <a:t> and </a:t>
            </a:r>
            <a:r>
              <a:rPr lang="nb-NO" sz="2400" dirty="0" err="1"/>
              <a:t>select</a:t>
            </a:r>
            <a:r>
              <a:rPr lang="nb-NO" sz="2400" dirty="0"/>
              <a:t> </a:t>
            </a:r>
            <a:r>
              <a:rPr lang="nb-NO" sz="2400" b="1" dirty="0"/>
              <a:t>«Format </a:t>
            </a:r>
            <a:r>
              <a:rPr lang="nb-NO" sz="2400" b="1" dirty="0" err="1"/>
              <a:t>Background</a:t>
            </a:r>
            <a:r>
              <a:rPr lang="nb-NO" sz="2400" b="1" dirty="0"/>
              <a:t>» -&gt; «</a:t>
            </a:r>
            <a:r>
              <a:rPr lang="nb-NO" sz="2400" b="1" dirty="0" err="1"/>
              <a:t>Fill</a:t>
            </a:r>
            <a:r>
              <a:rPr lang="nb-NO" sz="2400" b="1" dirty="0"/>
              <a:t>» </a:t>
            </a:r>
            <a:r>
              <a:rPr lang="nb-NO" sz="2400" dirty="0"/>
              <a:t>to </a:t>
            </a:r>
            <a:r>
              <a:rPr lang="nb-NO" sz="2400" dirty="0" err="1"/>
              <a:t>change</a:t>
            </a:r>
            <a:r>
              <a:rPr lang="nb-NO" sz="2400" dirty="0"/>
              <a:t> </a:t>
            </a:r>
            <a:r>
              <a:rPr lang="nb-NO" sz="2400" dirty="0" err="1"/>
              <a:t>background</a:t>
            </a:r>
            <a:r>
              <a:rPr lang="nb-NO" sz="2400" dirty="0"/>
              <a:t> </a:t>
            </a:r>
            <a:r>
              <a:rPr lang="nb-NO" sz="2400" dirty="0" err="1"/>
              <a:t>photo</a:t>
            </a:r>
            <a:endParaRPr lang="nb-NO" sz="2400" dirty="0"/>
          </a:p>
        </p:txBody>
      </p:sp>
    </p:spTree>
    <p:extLst>
      <p:ext uri="{BB962C8B-B14F-4D97-AF65-F5344CB8AC3E}">
        <p14:creationId xmlns:p14="http://schemas.microsoft.com/office/powerpoint/2010/main" val="2179472564"/>
      </p:ext>
    </p:extLst>
  </p:cSld>
  <p:clrMapOvr>
    <a:masterClrMapping/>
  </p:clrMapOvr>
  <p:hf sldNum="0" hd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Title slide #2">
    <p:bg>
      <p:bgPr>
        <a:blipFill>
          <a:blip r:embed="rId3" cstate="print">
            <a:extLst>
              <a:ext uri="{28A0092B-C50C-407E-A947-70E740481C1C}">
                <a14:useLocalDpi xmlns:a14="http://schemas.microsoft.com/office/drawing/2010/main"/>
              </a:ext>
            </a:extLst>
          </a:blip>
          <a:stretch>
            <a:fillRect/>
          </a:stretch>
        </a:blipFill>
        <a:effectLst/>
      </p:bgPr>
    </p:bg>
    <p:spTree>
      <p:nvGrpSpPr>
        <p:cNvPr id="1" name=""/>
        <p:cNvGrpSpPr/>
        <p:nvPr/>
      </p:nvGrpSpPr>
      <p:grpSpPr>
        <a:xfrm>
          <a:off x="0" y="0"/>
          <a:ext cx="0" cy="0"/>
          <a:chOff x="0" y="0"/>
          <a:chExt cx="0" cy="0"/>
        </a:xfrm>
      </p:grpSpPr>
      <p:graphicFrame>
        <p:nvGraphicFramePr>
          <p:cNvPr id="15" name="think-cell data - do not delete" hidden="1">
            <a:extLst>
              <a:ext uri="{FF2B5EF4-FFF2-40B4-BE49-F238E27FC236}">
                <a16:creationId xmlns:a16="http://schemas.microsoft.com/office/drawing/2014/main" id="{D03BED12-C7CF-5FF9-FA0A-3E923DCDC23C}"/>
              </a:ext>
            </a:extLst>
          </p:cNvPr>
          <p:cNvGraphicFramePr>
            <a:graphicFrameLocks noChangeAspect="1"/>
          </p:cNvGraphicFramePr>
          <p:nvPr userDrawn="1">
            <p:custDataLst>
              <p:tags r:id="rId1"/>
            </p:custDataLst>
            <p:extLst>
              <p:ext uri="{D42A27DB-BD31-4B8C-83A1-F6EECF244321}">
                <p14:modId xmlns:p14="http://schemas.microsoft.com/office/powerpoint/2010/main" val="4174373872"/>
              </p:ext>
            </p:extLst>
          </p:nvPr>
        </p:nvGraphicFramePr>
        <p:xfrm>
          <a:off x="2118" y="2118"/>
          <a:ext cx="2117" cy="2117"/>
        </p:xfrm>
        <a:graphic>
          <a:graphicData uri="http://schemas.openxmlformats.org/presentationml/2006/ole">
            <mc:AlternateContent xmlns:mc="http://schemas.openxmlformats.org/markup-compatibility/2006">
              <mc:Choice xmlns:v="urn:schemas-microsoft-com:vml" Requires="v">
                <p:oleObj name="think-cell Slide" r:id="rId4" imgW="408" imgH="408" progId="TCLayout.ActiveDocument.1">
                  <p:embed/>
                </p:oleObj>
              </mc:Choice>
              <mc:Fallback>
                <p:oleObj name="think-cell Slide" r:id="rId4" imgW="408" imgH="408" progId="TCLayout.ActiveDocument.1">
                  <p:embed/>
                  <p:pic>
                    <p:nvPicPr>
                      <p:cNvPr id="15" name="think-cell data - do not delete" hidden="1">
                        <a:extLst>
                          <a:ext uri="{FF2B5EF4-FFF2-40B4-BE49-F238E27FC236}">
                            <a16:creationId xmlns:a16="http://schemas.microsoft.com/office/drawing/2014/main" id="{D03BED12-C7CF-5FF9-FA0A-3E923DCDC23C}"/>
                          </a:ext>
                        </a:extLst>
                      </p:cNvPr>
                      <p:cNvPicPr/>
                      <p:nvPr/>
                    </p:nvPicPr>
                    <p:blipFill>
                      <a:blip r:embed="rId5"/>
                      <a:stretch>
                        <a:fillRect/>
                      </a:stretch>
                    </p:blipFill>
                    <p:spPr>
                      <a:xfrm>
                        <a:off x="2118" y="2118"/>
                        <a:ext cx="2117" cy="2117"/>
                      </a:xfrm>
                      <a:prstGeom prst="rect">
                        <a:avLst/>
                      </a:prstGeom>
                    </p:spPr>
                  </p:pic>
                </p:oleObj>
              </mc:Fallback>
            </mc:AlternateContent>
          </a:graphicData>
        </a:graphic>
      </p:graphicFrame>
      <p:sp>
        <p:nvSpPr>
          <p:cNvPr id="11" name="Rektangel 10">
            <a:extLst>
              <a:ext uri="{FF2B5EF4-FFF2-40B4-BE49-F238E27FC236}">
                <a16:creationId xmlns:a16="http://schemas.microsoft.com/office/drawing/2014/main" id="{4DF691CB-E95B-1671-3805-933FD9C3C941}"/>
              </a:ext>
            </a:extLst>
          </p:cNvPr>
          <p:cNvSpPr/>
          <p:nvPr/>
        </p:nvSpPr>
        <p:spPr>
          <a:xfrm rot="5400000">
            <a:off x="1380000" y="-1380000"/>
            <a:ext cx="6859200" cy="9619200"/>
          </a:xfrm>
          <a:prstGeom prst="rect">
            <a:avLst/>
          </a:prstGeom>
          <a:gradFill>
            <a:gsLst>
              <a:gs pos="0">
                <a:schemeClr val="tx1">
                  <a:alpha val="0"/>
                </a:schemeClr>
              </a:gs>
              <a:gs pos="99000">
                <a:schemeClr val="tx1">
                  <a:alpha val="49841"/>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vert="horz" lIns="121920" tIns="60960" rIns="121920" bIns="60960" rtlCol="0" anchor="ctr">
            <a:normAutofit/>
          </a:bodyPr>
          <a:lstStyle/>
          <a:p>
            <a:pPr lvl="0" indent="0" algn="ctr">
              <a:lnSpc>
                <a:spcPct val="110000"/>
              </a:lnSpc>
              <a:spcBef>
                <a:spcPts val="0"/>
              </a:spcBef>
              <a:buFont typeface="Arial" panose="020B0604020202020204" pitchFamily="34" charset="0"/>
              <a:buNone/>
            </a:pPr>
            <a:endParaRPr lang="nb-NO" sz="133" dirty="0"/>
          </a:p>
        </p:txBody>
      </p:sp>
      <p:sp>
        <p:nvSpPr>
          <p:cNvPr id="8" name="Plassholder for dato 3">
            <a:extLst>
              <a:ext uri="{FF2B5EF4-FFF2-40B4-BE49-F238E27FC236}">
                <a16:creationId xmlns:a16="http://schemas.microsoft.com/office/drawing/2014/main" id="{0AE497B3-F9C6-0E2C-CB81-7F47015F4305}"/>
              </a:ext>
            </a:extLst>
          </p:cNvPr>
          <p:cNvSpPr>
            <a:spLocks noGrp="1"/>
          </p:cNvSpPr>
          <p:nvPr>
            <p:ph type="dt" sz="half" idx="10"/>
          </p:nvPr>
        </p:nvSpPr>
        <p:spPr>
          <a:xfrm>
            <a:off x="0" y="-257041"/>
            <a:ext cx="0" cy="204543"/>
          </a:xfrm>
          <a:prstGeom prst="rect">
            <a:avLst/>
          </a:prstGeom>
        </p:spPr>
        <p:txBody>
          <a:bodyPr/>
          <a:lstStyle/>
          <a:p>
            <a:fld id="{20E1480F-2543-43D1-9570-AB7CDB9C541A}" type="datetime1">
              <a:rPr lang="nb-NO" smtClean="0"/>
              <a:t>06.01.2025</a:t>
            </a:fld>
            <a:endParaRPr lang="nb-NO" dirty="0"/>
          </a:p>
        </p:txBody>
      </p:sp>
      <p:sp>
        <p:nvSpPr>
          <p:cNvPr id="10" name="Plassholder for bunntekst 4">
            <a:extLst>
              <a:ext uri="{FF2B5EF4-FFF2-40B4-BE49-F238E27FC236}">
                <a16:creationId xmlns:a16="http://schemas.microsoft.com/office/drawing/2014/main" id="{7C45857F-9C70-0FF8-D8C1-AAC06F818DAD}"/>
              </a:ext>
            </a:extLst>
          </p:cNvPr>
          <p:cNvSpPr>
            <a:spLocks noGrp="1"/>
          </p:cNvSpPr>
          <p:nvPr>
            <p:ph type="ftr" sz="quarter" idx="11"/>
          </p:nvPr>
        </p:nvSpPr>
        <p:spPr>
          <a:xfrm>
            <a:off x="0" y="-165029"/>
            <a:ext cx="0" cy="0"/>
          </a:xfrm>
          <a:prstGeom prst="rect">
            <a:avLst/>
          </a:prstGeom>
        </p:spPr>
        <p:txBody>
          <a:bodyPr lIns="0" tIns="0" rIns="0" bIns="0"/>
          <a:lstStyle>
            <a:lvl1pPr>
              <a:defRPr sz="133"/>
            </a:lvl1pPr>
          </a:lstStyle>
          <a:p>
            <a:endParaRPr lang="nb-NO" dirty="0"/>
          </a:p>
        </p:txBody>
      </p:sp>
      <p:sp>
        <p:nvSpPr>
          <p:cNvPr id="4" name="TekstSylinder 12">
            <a:extLst>
              <a:ext uri="{FF2B5EF4-FFF2-40B4-BE49-F238E27FC236}">
                <a16:creationId xmlns:a16="http://schemas.microsoft.com/office/drawing/2014/main" id="{7B9FCFCB-3A9C-67F3-C026-6954ECCB59A1}"/>
              </a:ext>
            </a:extLst>
          </p:cNvPr>
          <p:cNvSpPr txBox="1"/>
          <p:nvPr/>
        </p:nvSpPr>
        <p:spPr>
          <a:xfrm>
            <a:off x="720001" y="6376202"/>
            <a:ext cx="6697724" cy="290401"/>
          </a:xfrm>
          <a:prstGeom prst="rect">
            <a:avLst/>
          </a:prstGeom>
          <a:noFill/>
        </p:spPr>
        <p:txBody>
          <a:bodyPr wrap="square" lIns="192000" rIns="192000" rtlCol="0">
            <a:spAutoFit/>
          </a:bodyPr>
          <a:lstStyle/>
          <a:p>
            <a:pPr>
              <a:lnSpc>
                <a:spcPct val="110000"/>
              </a:lnSpc>
            </a:pPr>
            <a:r>
              <a:rPr lang="en-GB" sz="600" b="1" i="0" kern="1200" spc="27" baseline="0" dirty="0">
                <a:solidFill>
                  <a:schemeClr val="bg1"/>
                </a:solidFill>
                <a:effectLst/>
                <a:latin typeface="Calibri" panose="020F0502020204030204" pitchFamily="34" charset="0"/>
                <a:ea typeface="+mn-ea"/>
                <a:cs typeface="Calibri" panose="020F0502020204030204" pitchFamily="34" charset="0"/>
              </a:rPr>
              <a:t>KONGSBERG PROPRIETARY:  </a:t>
            </a:r>
            <a:r>
              <a:rPr lang="en-GB" sz="600" b="0" i="0" kern="1200" spc="27" baseline="0" dirty="0">
                <a:solidFill>
                  <a:schemeClr val="bg1"/>
                </a:solidFill>
                <a:effectLst/>
                <a:latin typeface="Calibri" panose="020F0502020204030204" pitchFamily="34" charset="0"/>
                <a:ea typeface="+mn-ea"/>
                <a:cs typeface="Calibri" panose="020F0502020204030204" pitchFamily="34" charset="0"/>
              </a:rPr>
              <a:t>This document contains KONGSBERG information which is proprietary and confidential. Any disclosure, copying, distribution or use is prohibited if not otherwise explicitly agreed with KONGSBERG in writing. Any authorised reproduction in whole or in part, must include this legend. © 2024 KONGSBERG – All rights </a:t>
            </a:r>
            <a:r>
              <a:rPr lang="en-GB" sz="600" b="0" i="0" kern="1200" spc="27" baseline="0">
                <a:solidFill>
                  <a:schemeClr val="bg1"/>
                </a:solidFill>
                <a:effectLst/>
                <a:latin typeface="Calibri" panose="020F0502020204030204" pitchFamily="34" charset="0"/>
                <a:ea typeface="+mn-ea"/>
                <a:cs typeface="Calibri" panose="020F0502020204030204" pitchFamily="34" charset="0"/>
              </a:rPr>
              <a:t>reserved</a:t>
            </a:r>
            <a:r>
              <a:rPr lang="en-GB" sz="600" b="0" i="0" kern="1200">
                <a:solidFill>
                  <a:schemeClr val="bg1"/>
                </a:solidFill>
                <a:effectLst/>
                <a:latin typeface="Calibri" panose="020F0502020204030204" pitchFamily="34" charset="0"/>
                <a:ea typeface="+mn-ea"/>
                <a:cs typeface="Calibri" panose="020F0502020204030204" pitchFamily="34" charset="0"/>
              </a:rPr>
              <a:t>.</a:t>
            </a:r>
            <a:endParaRPr lang="nb-NO" sz="1200" dirty="0">
              <a:solidFill>
                <a:schemeClr val="bg1"/>
              </a:solidFill>
              <a:latin typeface="Calibri" panose="020F0502020204030204" pitchFamily="34" charset="0"/>
              <a:cs typeface="Calibri" panose="020F0502020204030204" pitchFamily="34" charset="0"/>
            </a:endParaRPr>
          </a:p>
        </p:txBody>
      </p:sp>
      <p:pic>
        <p:nvPicPr>
          <p:cNvPr id="14" name="Picture 1">
            <a:extLst>
              <a:ext uri="{FF2B5EF4-FFF2-40B4-BE49-F238E27FC236}">
                <a16:creationId xmlns:a16="http://schemas.microsoft.com/office/drawing/2014/main" id="{B3E2751D-5160-8159-4BDB-49DAC19F0FBC}"/>
              </a:ext>
            </a:extLst>
          </p:cNvPr>
          <p:cNvPicPr>
            <a:picLocks noChangeAspect="1"/>
          </p:cNvPicPr>
          <p:nvPr userDrawn="1"/>
        </p:nvPicPr>
        <p:blipFill>
          <a:blip r:embed="rId6" cstate="print">
            <a:extLst>
              <a:ext uri="{28A0092B-C50C-407E-A947-70E740481C1C}">
                <a14:useLocalDpi xmlns:a14="http://schemas.microsoft.com/office/drawing/2010/main"/>
              </a:ext>
            </a:extLst>
          </a:blip>
          <a:srcRect/>
          <a:stretch/>
        </p:blipFill>
        <p:spPr>
          <a:xfrm>
            <a:off x="10711580" y="361469"/>
            <a:ext cx="1051304" cy="1054376"/>
          </a:xfrm>
          <a:prstGeom prst="rect">
            <a:avLst/>
          </a:prstGeom>
        </p:spPr>
      </p:pic>
      <p:sp>
        <p:nvSpPr>
          <p:cNvPr id="3" name="Rektangel 10">
            <a:extLst>
              <a:ext uri="{FF2B5EF4-FFF2-40B4-BE49-F238E27FC236}">
                <a16:creationId xmlns:a16="http://schemas.microsoft.com/office/drawing/2014/main" id="{880B4722-64FB-422B-BCF0-BC0ED7250BC3}"/>
              </a:ext>
            </a:extLst>
          </p:cNvPr>
          <p:cNvSpPr/>
          <p:nvPr userDrawn="1"/>
        </p:nvSpPr>
        <p:spPr>
          <a:xfrm rot="5400000">
            <a:off x="1380000" y="-1380000"/>
            <a:ext cx="6859200" cy="9619200"/>
          </a:xfrm>
          <a:prstGeom prst="rect">
            <a:avLst/>
          </a:prstGeom>
          <a:gradFill>
            <a:gsLst>
              <a:gs pos="0">
                <a:schemeClr val="tx1">
                  <a:alpha val="0"/>
                </a:schemeClr>
              </a:gs>
              <a:gs pos="99000">
                <a:schemeClr val="tx1">
                  <a:alpha val="49841"/>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vert="horz" lIns="121920" tIns="60960" rIns="121920" bIns="60960" rtlCol="0" anchor="ctr">
            <a:normAutofit/>
          </a:bodyPr>
          <a:lstStyle/>
          <a:p>
            <a:pPr lvl="0" indent="0" algn="ctr">
              <a:lnSpc>
                <a:spcPct val="110000"/>
              </a:lnSpc>
              <a:spcBef>
                <a:spcPts val="0"/>
              </a:spcBef>
              <a:buFont typeface="Arial" panose="020B0604020202020204" pitchFamily="34" charset="0"/>
              <a:buNone/>
            </a:pPr>
            <a:endParaRPr lang="nb-NO" sz="133" dirty="0"/>
          </a:p>
        </p:txBody>
      </p:sp>
      <p:sp>
        <p:nvSpPr>
          <p:cNvPr id="13" name="Undertittel 2">
            <a:extLst>
              <a:ext uri="{FF2B5EF4-FFF2-40B4-BE49-F238E27FC236}">
                <a16:creationId xmlns:a16="http://schemas.microsoft.com/office/drawing/2014/main" id="{384F025F-44F0-25C3-6ECC-8DAD0F06614C}"/>
              </a:ext>
            </a:extLst>
          </p:cNvPr>
          <p:cNvSpPr>
            <a:spLocks noGrp="1"/>
          </p:cNvSpPr>
          <p:nvPr>
            <p:ph type="subTitle" idx="1"/>
          </p:nvPr>
        </p:nvSpPr>
        <p:spPr>
          <a:xfrm>
            <a:off x="720000" y="4289114"/>
            <a:ext cx="6106693" cy="451405"/>
          </a:xfrm>
        </p:spPr>
        <p:txBody>
          <a:bodyPr>
            <a:normAutofit/>
          </a:bodyPr>
          <a:lstStyle>
            <a:lvl1pPr marL="0" indent="0" algn="l">
              <a:lnSpc>
                <a:spcPct val="100000"/>
              </a:lnSpc>
              <a:buNone/>
              <a:defRPr sz="2133">
                <a:solidFill>
                  <a:schemeClr val="lt1"/>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endParaRPr lang="nb-NO" dirty="0"/>
          </a:p>
        </p:txBody>
      </p:sp>
      <p:sp>
        <p:nvSpPr>
          <p:cNvPr id="16" name="Tittel 1">
            <a:extLst>
              <a:ext uri="{FF2B5EF4-FFF2-40B4-BE49-F238E27FC236}">
                <a16:creationId xmlns:a16="http://schemas.microsoft.com/office/drawing/2014/main" id="{AE01B60E-C591-673B-9D8E-8E7B59C0E4CD}"/>
              </a:ext>
            </a:extLst>
          </p:cNvPr>
          <p:cNvSpPr>
            <a:spLocks noGrp="1"/>
          </p:cNvSpPr>
          <p:nvPr>
            <p:ph type="ctrTitle"/>
          </p:nvPr>
        </p:nvSpPr>
        <p:spPr>
          <a:xfrm>
            <a:off x="720001" y="1415846"/>
            <a:ext cx="6470316" cy="2782300"/>
          </a:xfrm>
        </p:spPr>
        <p:txBody>
          <a:bodyPr vert="horz" anchor="t">
            <a:normAutofit/>
          </a:bodyPr>
          <a:lstStyle>
            <a:lvl1pPr algn="l">
              <a:lnSpc>
                <a:spcPct val="90000"/>
              </a:lnSpc>
              <a:defRPr sz="6400">
                <a:solidFill>
                  <a:schemeClr val="lt1"/>
                </a:solidFill>
              </a:defRPr>
            </a:lvl1pPr>
          </a:lstStyle>
          <a:p>
            <a:r>
              <a:rPr lang="en-US"/>
              <a:t>Click to edit Master title style</a:t>
            </a:r>
            <a:endParaRPr lang="nb-NO" dirty="0"/>
          </a:p>
        </p:txBody>
      </p:sp>
      <p:sp>
        <p:nvSpPr>
          <p:cNvPr id="6" name="TekstSylinder 5">
            <a:extLst>
              <a:ext uri="{FF2B5EF4-FFF2-40B4-BE49-F238E27FC236}">
                <a16:creationId xmlns:a16="http://schemas.microsoft.com/office/drawing/2014/main" id="{C2E7FEA1-2CE8-B9EA-D6B8-F7D32FD7D758}"/>
              </a:ext>
            </a:extLst>
          </p:cNvPr>
          <p:cNvSpPr txBox="1"/>
          <p:nvPr userDrawn="1"/>
        </p:nvSpPr>
        <p:spPr>
          <a:xfrm>
            <a:off x="0" y="-867881"/>
            <a:ext cx="7294109" cy="830997"/>
          </a:xfrm>
          <a:prstGeom prst="rect">
            <a:avLst/>
          </a:prstGeom>
          <a:solidFill>
            <a:schemeClr val="accent1"/>
          </a:solidFill>
        </p:spPr>
        <p:txBody>
          <a:bodyPr wrap="square" rtlCol="0">
            <a:spAutoFit/>
          </a:bodyPr>
          <a:lstStyle/>
          <a:p>
            <a:r>
              <a:rPr lang="nb-NO" sz="2400" dirty="0"/>
              <a:t>Right click </a:t>
            </a:r>
            <a:r>
              <a:rPr lang="nb-NO" sz="2400" dirty="0" err="1"/>
              <a:t>here</a:t>
            </a:r>
            <a:r>
              <a:rPr lang="nb-NO" sz="2400" dirty="0"/>
              <a:t> and </a:t>
            </a:r>
            <a:r>
              <a:rPr lang="nb-NO" sz="2400" dirty="0" err="1"/>
              <a:t>select</a:t>
            </a:r>
            <a:r>
              <a:rPr lang="nb-NO" sz="2400" dirty="0"/>
              <a:t> </a:t>
            </a:r>
            <a:r>
              <a:rPr lang="nb-NO" sz="2400" b="1" dirty="0"/>
              <a:t>«Format </a:t>
            </a:r>
            <a:r>
              <a:rPr lang="nb-NO" sz="2400" b="1" dirty="0" err="1"/>
              <a:t>Background</a:t>
            </a:r>
            <a:r>
              <a:rPr lang="nb-NO" sz="2400" b="1" dirty="0"/>
              <a:t>» -&gt; «</a:t>
            </a:r>
            <a:r>
              <a:rPr lang="nb-NO" sz="2400" b="1" dirty="0" err="1"/>
              <a:t>Fill</a:t>
            </a:r>
            <a:r>
              <a:rPr lang="nb-NO" sz="2400" b="1" dirty="0"/>
              <a:t>» </a:t>
            </a:r>
            <a:r>
              <a:rPr lang="nb-NO" sz="2400" dirty="0"/>
              <a:t>to </a:t>
            </a:r>
            <a:r>
              <a:rPr lang="nb-NO" sz="2400" dirty="0" err="1"/>
              <a:t>change</a:t>
            </a:r>
            <a:r>
              <a:rPr lang="nb-NO" sz="2400" dirty="0"/>
              <a:t> </a:t>
            </a:r>
            <a:r>
              <a:rPr lang="nb-NO" sz="2400" dirty="0" err="1"/>
              <a:t>background</a:t>
            </a:r>
            <a:r>
              <a:rPr lang="nb-NO" sz="2400" dirty="0"/>
              <a:t> </a:t>
            </a:r>
            <a:r>
              <a:rPr lang="nb-NO" sz="2400" dirty="0" err="1"/>
              <a:t>photo</a:t>
            </a:r>
            <a:endParaRPr lang="nb-NO" sz="2400" dirty="0"/>
          </a:p>
        </p:txBody>
      </p:sp>
    </p:spTree>
    <p:extLst>
      <p:ext uri="{BB962C8B-B14F-4D97-AF65-F5344CB8AC3E}">
        <p14:creationId xmlns:p14="http://schemas.microsoft.com/office/powerpoint/2010/main" val="2034341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slide #3">
    <p:bg>
      <p:bgPr>
        <a:blipFill>
          <a:blip r:embed="rId3" cstate="print">
            <a:extLst>
              <a:ext uri="{28A0092B-C50C-407E-A947-70E740481C1C}">
                <a14:useLocalDpi xmlns:a14="http://schemas.microsoft.com/office/drawing/2010/main"/>
              </a:ext>
            </a:extLst>
          </a:blip>
          <a:stretch>
            <a:fillRect/>
          </a:stretch>
        </a:blipFill>
        <a:effectLst/>
      </p:bgPr>
    </p:bg>
    <p:spTree>
      <p:nvGrpSpPr>
        <p:cNvPr id="1" name=""/>
        <p:cNvGrpSpPr/>
        <p:nvPr/>
      </p:nvGrpSpPr>
      <p:grpSpPr>
        <a:xfrm>
          <a:off x="0" y="0"/>
          <a:ext cx="0" cy="0"/>
          <a:chOff x="0" y="0"/>
          <a:chExt cx="0" cy="0"/>
        </a:xfrm>
      </p:grpSpPr>
      <p:graphicFrame>
        <p:nvGraphicFramePr>
          <p:cNvPr id="15" name="think-cell data - do not delete" hidden="1">
            <a:extLst>
              <a:ext uri="{FF2B5EF4-FFF2-40B4-BE49-F238E27FC236}">
                <a16:creationId xmlns:a16="http://schemas.microsoft.com/office/drawing/2014/main" id="{6E4FD8C7-D8EC-C84C-531A-5A9DCD27ADF6}"/>
              </a:ext>
            </a:extLst>
          </p:cNvPr>
          <p:cNvGraphicFramePr>
            <a:graphicFrameLocks noChangeAspect="1"/>
          </p:cNvGraphicFramePr>
          <p:nvPr userDrawn="1">
            <p:custDataLst>
              <p:tags r:id="rId1"/>
            </p:custDataLst>
            <p:extLst>
              <p:ext uri="{D42A27DB-BD31-4B8C-83A1-F6EECF244321}">
                <p14:modId xmlns:p14="http://schemas.microsoft.com/office/powerpoint/2010/main" val="2128431421"/>
              </p:ext>
            </p:extLst>
          </p:nvPr>
        </p:nvGraphicFramePr>
        <p:xfrm>
          <a:off x="2118" y="2118"/>
          <a:ext cx="2117" cy="2117"/>
        </p:xfrm>
        <a:graphic>
          <a:graphicData uri="http://schemas.openxmlformats.org/presentationml/2006/ole">
            <mc:AlternateContent xmlns:mc="http://schemas.openxmlformats.org/markup-compatibility/2006">
              <mc:Choice xmlns:v="urn:schemas-microsoft-com:vml" Requires="v">
                <p:oleObj name="think-cell Slide" r:id="rId4" imgW="408" imgH="408" progId="TCLayout.ActiveDocument.1">
                  <p:embed/>
                </p:oleObj>
              </mc:Choice>
              <mc:Fallback>
                <p:oleObj name="think-cell Slide" r:id="rId4" imgW="408" imgH="408" progId="TCLayout.ActiveDocument.1">
                  <p:embed/>
                  <p:pic>
                    <p:nvPicPr>
                      <p:cNvPr id="15" name="think-cell data - do not delete" hidden="1">
                        <a:extLst>
                          <a:ext uri="{FF2B5EF4-FFF2-40B4-BE49-F238E27FC236}">
                            <a16:creationId xmlns:a16="http://schemas.microsoft.com/office/drawing/2014/main" id="{6E4FD8C7-D8EC-C84C-531A-5A9DCD27ADF6}"/>
                          </a:ext>
                        </a:extLst>
                      </p:cNvPr>
                      <p:cNvPicPr/>
                      <p:nvPr/>
                    </p:nvPicPr>
                    <p:blipFill>
                      <a:blip r:embed="rId5"/>
                      <a:stretch>
                        <a:fillRect/>
                      </a:stretch>
                    </p:blipFill>
                    <p:spPr>
                      <a:xfrm>
                        <a:off x="2118" y="2118"/>
                        <a:ext cx="2117" cy="2117"/>
                      </a:xfrm>
                      <a:prstGeom prst="rect">
                        <a:avLst/>
                      </a:prstGeom>
                    </p:spPr>
                  </p:pic>
                </p:oleObj>
              </mc:Fallback>
            </mc:AlternateContent>
          </a:graphicData>
        </a:graphic>
      </p:graphicFrame>
      <p:sp>
        <p:nvSpPr>
          <p:cNvPr id="11" name="Rektangel 10">
            <a:extLst>
              <a:ext uri="{FF2B5EF4-FFF2-40B4-BE49-F238E27FC236}">
                <a16:creationId xmlns:a16="http://schemas.microsoft.com/office/drawing/2014/main" id="{779AB0A1-EB10-DA12-16AC-587D31280007}"/>
              </a:ext>
            </a:extLst>
          </p:cNvPr>
          <p:cNvSpPr/>
          <p:nvPr/>
        </p:nvSpPr>
        <p:spPr>
          <a:xfrm rot="5400000">
            <a:off x="1380000" y="-1380000"/>
            <a:ext cx="6859200" cy="9619200"/>
          </a:xfrm>
          <a:prstGeom prst="rect">
            <a:avLst/>
          </a:prstGeom>
          <a:gradFill>
            <a:gsLst>
              <a:gs pos="0">
                <a:schemeClr val="tx1">
                  <a:alpha val="0"/>
                </a:schemeClr>
              </a:gs>
              <a:gs pos="99000">
                <a:schemeClr val="tx1">
                  <a:alpha val="49841"/>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vert="horz" lIns="121920" tIns="60960" rIns="121920" bIns="60960" rtlCol="0" anchor="ctr">
            <a:normAutofit/>
          </a:bodyPr>
          <a:lstStyle/>
          <a:p>
            <a:pPr lvl="0" indent="0" algn="ctr">
              <a:lnSpc>
                <a:spcPct val="110000"/>
              </a:lnSpc>
              <a:spcBef>
                <a:spcPts val="0"/>
              </a:spcBef>
              <a:buFont typeface="Arial" panose="020B0604020202020204" pitchFamily="34" charset="0"/>
              <a:buNone/>
            </a:pPr>
            <a:endParaRPr lang="nb-NO" sz="133" dirty="0"/>
          </a:p>
        </p:txBody>
      </p:sp>
      <p:sp>
        <p:nvSpPr>
          <p:cNvPr id="8" name="Plassholder for dato 3">
            <a:extLst>
              <a:ext uri="{FF2B5EF4-FFF2-40B4-BE49-F238E27FC236}">
                <a16:creationId xmlns:a16="http://schemas.microsoft.com/office/drawing/2014/main" id="{0AE497B3-F9C6-0E2C-CB81-7F47015F4305}"/>
              </a:ext>
            </a:extLst>
          </p:cNvPr>
          <p:cNvSpPr>
            <a:spLocks noGrp="1"/>
          </p:cNvSpPr>
          <p:nvPr>
            <p:ph type="dt" sz="half" idx="10"/>
          </p:nvPr>
        </p:nvSpPr>
        <p:spPr>
          <a:xfrm>
            <a:off x="0" y="-257041"/>
            <a:ext cx="0" cy="204543"/>
          </a:xfrm>
          <a:prstGeom prst="rect">
            <a:avLst/>
          </a:prstGeom>
        </p:spPr>
        <p:txBody>
          <a:bodyPr/>
          <a:lstStyle/>
          <a:p>
            <a:fld id="{20E1480F-2543-43D1-9570-AB7CDB9C541A}" type="datetime1">
              <a:rPr lang="nb-NO" smtClean="0"/>
              <a:t>06.01.2025</a:t>
            </a:fld>
            <a:endParaRPr lang="nb-NO" dirty="0"/>
          </a:p>
        </p:txBody>
      </p:sp>
      <p:sp>
        <p:nvSpPr>
          <p:cNvPr id="10" name="Plassholder for bunntekst 4">
            <a:extLst>
              <a:ext uri="{FF2B5EF4-FFF2-40B4-BE49-F238E27FC236}">
                <a16:creationId xmlns:a16="http://schemas.microsoft.com/office/drawing/2014/main" id="{7C45857F-9C70-0FF8-D8C1-AAC06F818DAD}"/>
              </a:ext>
            </a:extLst>
          </p:cNvPr>
          <p:cNvSpPr>
            <a:spLocks noGrp="1"/>
          </p:cNvSpPr>
          <p:nvPr>
            <p:ph type="ftr" sz="quarter" idx="11"/>
          </p:nvPr>
        </p:nvSpPr>
        <p:spPr>
          <a:xfrm>
            <a:off x="0" y="-165029"/>
            <a:ext cx="0" cy="0"/>
          </a:xfrm>
          <a:prstGeom prst="rect">
            <a:avLst/>
          </a:prstGeom>
        </p:spPr>
        <p:txBody>
          <a:bodyPr lIns="0" tIns="0" rIns="0" bIns="0"/>
          <a:lstStyle>
            <a:lvl1pPr>
              <a:defRPr sz="133"/>
            </a:lvl1pPr>
          </a:lstStyle>
          <a:p>
            <a:endParaRPr lang="nb-NO" dirty="0"/>
          </a:p>
        </p:txBody>
      </p:sp>
      <p:sp>
        <p:nvSpPr>
          <p:cNvPr id="4" name="TekstSylinder 12">
            <a:extLst>
              <a:ext uri="{FF2B5EF4-FFF2-40B4-BE49-F238E27FC236}">
                <a16:creationId xmlns:a16="http://schemas.microsoft.com/office/drawing/2014/main" id="{594CD253-196D-7628-7586-B35178112301}"/>
              </a:ext>
            </a:extLst>
          </p:cNvPr>
          <p:cNvSpPr txBox="1"/>
          <p:nvPr/>
        </p:nvSpPr>
        <p:spPr>
          <a:xfrm>
            <a:off x="720001" y="6376202"/>
            <a:ext cx="6697724" cy="290401"/>
          </a:xfrm>
          <a:prstGeom prst="rect">
            <a:avLst/>
          </a:prstGeom>
          <a:noFill/>
        </p:spPr>
        <p:txBody>
          <a:bodyPr wrap="square" lIns="192000" rIns="192000" rtlCol="0">
            <a:spAutoFit/>
          </a:bodyPr>
          <a:lstStyle/>
          <a:p>
            <a:pPr>
              <a:lnSpc>
                <a:spcPct val="110000"/>
              </a:lnSpc>
            </a:pPr>
            <a:r>
              <a:rPr lang="en-GB" sz="600" b="1" i="0" kern="1200" spc="27" baseline="0" dirty="0">
                <a:solidFill>
                  <a:schemeClr val="bg1"/>
                </a:solidFill>
                <a:effectLst/>
                <a:latin typeface="Calibri" panose="020F0502020204030204" pitchFamily="34" charset="0"/>
                <a:ea typeface="+mn-ea"/>
                <a:cs typeface="Calibri" panose="020F0502020204030204" pitchFamily="34" charset="0"/>
              </a:rPr>
              <a:t>KONGSBERG PROPRIETARY:  </a:t>
            </a:r>
            <a:r>
              <a:rPr lang="en-GB" sz="600" b="0" i="0" kern="1200" spc="27" baseline="0" dirty="0">
                <a:solidFill>
                  <a:schemeClr val="bg1"/>
                </a:solidFill>
                <a:effectLst/>
                <a:latin typeface="Calibri" panose="020F0502020204030204" pitchFamily="34" charset="0"/>
                <a:ea typeface="+mn-ea"/>
                <a:cs typeface="Calibri" panose="020F0502020204030204" pitchFamily="34" charset="0"/>
              </a:rPr>
              <a:t>This document contains KONGSBERG information which is proprietary and confidential. Any disclosure, copying, distribution or use is prohibited if not otherwise explicitly agreed with KONGSBERG in writing. Any authorised reproduction in whole or in part, must include this legend. © 2024 KONGSBERG – All rights </a:t>
            </a:r>
            <a:r>
              <a:rPr lang="en-GB" sz="600" b="0" i="0" kern="1200" spc="27" baseline="0">
                <a:solidFill>
                  <a:schemeClr val="bg1"/>
                </a:solidFill>
                <a:effectLst/>
                <a:latin typeface="Calibri" panose="020F0502020204030204" pitchFamily="34" charset="0"/>
                <a:ea typeface="+mn-ea"/>
                <a:cs typeface="Calibri" panose="020F0502020204030204" pitchFamily="34" charset="0"/>
              </a:rPr>
              <a:t>reserved</a:t>
            </a:r>
            <a:r>
              <a:rPr lang="en-GB" sz="600" b="0" i="0" kern="1200">
                <a:solidFill>
                  <a:schemeClr val="bg1"/>
                </a:solidFill>
                <a:effectLst/>
                <a:latin typeface="Calibri" panose="020F0502020204030204" pitchFamily="34" charset="0"/>
                <a:ea typeface="+mn-ea"/>
                <a:cs typeface="Calibri" panose="020F0502020204030204" pitchFamily="34" charset="0"/>
              </a:rPr>
              <a:t>.</a:t>
            </a:r>
            <a:endParaRPr lang="nb-NO" sz="1200" dirty="0">
              <a:solidFill>
                <a:schemeClr val="bg1"/>
              </a:solidFill>
              <a:latin typeface="Calibri" panose="020F0502020204030204" pitchFamily="34" charset="0"/>
              <a:cs typeface="Calibri" panose="020F0502020204030204" pitchFamily="34" charset="0"/>
            </a:endParaRPr>
          </a:p>
        </p:txBody>
      </p:sp>
      <p:pic>
        <p:nvPicPr>
          <p:cNvPr id="12" name="Picture 1">
            <a:extLst>
              <a:ext uri="{FF2B5EF4-FFF2-40B4-BE49-F238E27FC236}">
                <a16:creationId xmlns:a16="http://schemas.microsoft.com/office/drawing/2014/main" id="{D2DACE81-1FB7-7DFA-8830-DD9A641779D8}"/>
              </a:ext>
            </a:extLst>
          </p:cNvPr>
          <p:cNvPicPr>
            <a:picLocks noChangeAspect="1"/>
          </p:cNvPicPr>
          <p:nvPr/>
        </p:nvPicPr>
        <p:blipFill>
          <a:blip r:embed="rId6" cstate="print">
            <a:extLst>
              <a:ext uri="{28A0092B-C50C-407E-A947-70E740481C1C}">
                <a14:useLocalDpi xmlns:a14="http://schemas.microsoft.com/office/drawing/2010/main"/>
              </a:ext>
            </a:extLst>
          </a:blip>
          <a:srcRect/>
          <a:stretch/>
        </p:blipFill>
        <p:spPr>
          <a:xfrm>
            <a:off x="10711580" y="361469"/>
            <a:ext cx="1051304" cy="1054376"/>
          </a:xfrm>
          <a:prstGeom prst="rect">
            <a:avLst/>
          </a:prstGeom>
        </p:spPr>
      </p:pic>
      <p:sp>
        <p:nvSpPr>
          <p:cNvPr id="3" name="Rektangel 10">
            <a:extLst>
              <a:ext uri="{FF2B5EF4-FFF2-40B4-BE49-F238E27FC236}">
                <a16:creationId xmlns:a16="http://schemas.microsoft.com/office/drawing/2014/main" id="{D83C7342-EA50-F859-AAB4-A7141E8C8BE8}"/>
              </a:ext>
            </a:extLst>
          </p:cNvPr>
          <p:cNvSpPr/>
          <p:nvPr userDrawn="1"/>
        </p:nvSpPr>
        <p:spPr>
          <a:xfrm rot="5400000">
            <a:off x="1380000" y="-1380000"/>
            <a:ext cx="6859200" cy="9619200"/>
          </a:xfrm>
          <a:prstGeom prst="rect">
            <a:avLst/>
          </a:prstGeom>
          <a:gradFill>
            <a:gsLst>
              <a:gs pos="0">
                <a:schemeClr val="tx1">
                  <a:alpha val="0"/>
                </a:schemeClr>
              </a:gs>
              <a:gs pos="99000">
                <a:schemeClr val="tx1">
                  <a:alpha val="49841"/>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vert="horz" lIns="121920" tIns="60960" rIns="121920" bIns="60960" rtlCol="0" anchor="ctr">
            <a:normAutofit/>
          </a:bodyPr>
          <a:lstStyle/>
          <a:p>
            <a:pPr lvl="0" indent="0" algn="ctr">
              <a:lnSpc>
                <a:spcPct val="110000"/>
              </a:lnSpc>
              <a:spcBef>
                <a:spcPts val="0"/>
              </a:spcBef>
              <a:buFont typeface="Arial" panose="020B0604020202020204" pitchFamily="34" charset="0"/>
              <a:buNone/>
            </a:pPr>
            <a:endParaRPr lang="nb-NO" sz="133" dirty="0"/>
          </a:p>
        </p:txBody>
      </p:sp>
      <p:sp>
        <p:nvSpPr>
          <p:cNvPr id="13" name="Undertittel 2">
            <a:extLst>
              <a:ext uri="{FF2B5EF4-FFF2-40B4-BE49-F238E27FC236}">
                <a16:creationId xmlns:a16="http://schemas.microsoft.com/office/drawing/2014/main" id="{384F025F-44F0-25C3-6ECC-8DAD0F06614C}"/>
              </a:ext>
            </a:extLst>
          </p:cNvPr>
          <p:cNvSpPr>
            <a:spLocks noGrp="1"/>
          </p:cNvSpPr>
          <p:nvPr>
            <p:ph type="subTitle" idx="1"/>
          </p:nvPr>
        </p:nvSpPr>
        <p:spPr>
          <a:xfrm>
            <a:off x="720000" y="4289114"/>
            <a:ext cx="6106693" cy="451405"/>
          </a:xfrm>
        </p:spPr>
        <p:txBody>
          <a:bodyPr>
            <a:normAutofit/>
          </a:bodyPr>
          <a:lstStyle>
            <a:lvl1pPr marL="0" indent="0" algn="l">
              <a:lnSpc>
                <a:spcPct val="100000"/>
              </a:lnSpc>
              <a:buNone/>
              <a:defRPr sz="2133">
                <a:solidFill>
                  <a:schemeClr val="lt1"/>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endParaRPr lang="nb-NO" dirty="0"/>
          </a:p>
        </p:txBody>
      </p:sp>
      <p:sp>
        <p:nvSpPr>
          <p:cNvPr id="16" name="Tittel 1">
            <a:extLst>
              <a:ext uri="{FF2B5EF4-FFF2-40B4-BE49-F238E27FC236}">
                <a16:creationId xmlns:a16="http://schemas.microsoft.com/office/drawing/2014/main" id="{AE01B60E-C591-673B-9D8E-8E7B59C0E4CD}"/>
              </a:ext>
            </a:extLst>
          </p:cNvPr>
          <p:cNvSpPr>
            <a:spLocks noGrp="1"/>
          </p:cNvSpPr>
          <p:nvPr>
            <p:ph type="ctrTitle"/>
          </p:nvPr>
        </p:nvSpPr>
        <p:spPr>
          <a:xfrm>
            <a:off x="720001" y="1415846"/>
            <a:ext cx="6470316" cy="2782300"/>
          </a:xfrm>
        </p:spPr>
        <p:txBody>
          <a:bodyPr vert="horz" anchor="t">
            <a:normAutofit/>
          </a:bodyPr>
          <a:lstStyle>
            <a:lvl1pPr algn="l">
              <a:lnSpc>
                <a:spcPct val="90000"/>
              </a:lnSpc>
              <a:defRPr sz="6400">
                <a:solidFill>
                  <a:schemeClr val="lt1"/>
                </a:solidFill>
              </a:defRPr>
            </a:lvl1pPr>
          </a:lstStyle>
          <a:p>
            <a:r>
              <a:rPr lang="en-US"/>
              <a:t>Click to edit Master title style</a:t>
            </a:r>
            <a:endParaRPr lang="nb-NO" dirty="0"/>
          </a:p>
        </p:txBody>
      </p:sp>
      <p:sp>
        <p:nvSpPr>
          <p:cNvPr id="7" name="TekstSylinder 6">
            <a:extLst>
              <a:ext uri="{FF2B5EF4-FFF2-40B4-BE49-F238E27FC236}">
                <a16:creationId xmlns:a16="http://schemas.microsoft.com/office/drawing/2014/main" id="{93A4D551-CC87-B2C3-6541-B68869BA1E5D}"/>
              </a:ext>
            </a:extLst>
          </p:cNvPr>
          <p:cNvSpPr txBox="1"/>
          <p:nvPr userDrawn="1"/>
        </p:nvSpPr>
        <p:spPr>
          <a:xfrm>
            <a:off x="0" y="-867881"/>
            <a:ext cx="7294109" cy="830997"/>
          </a:xfrm>
          <a:prstGeom prst="rect">
            <a:avLst/>
          </a:prstGeom>
          <a:solidFill>
            <a:schemeClr val="accent1"/>
          </a:solidFill>
        </p:spPr>
        <p:txBody>
          <a:bodyPr wrap="square" rtlCol="0">
            <a:spAutoFit/>
          </a:bodyPr>
          <a:lstStyle/>
          <a:p>
            <a:r>
              <a:rPr lang="nb-NO" sz="2400" dirty="0"/>
              <a:t>Right click </a:t>
            </a:r>
            <a:r>
              <a:rPr lang="nb-NO" sz="2400" dirty="0" err="1"/>
              <a:t>here</a:t>
            </a:r>
            <a:r>
              <a:rPr lang="nb-NO" sz="2400" dirty="0"/>
              <a:t> and </a:t>
            </a:r>
            <a:r>
              <a:rPr lang="nb-NO" sz="2400" dirty="0" err="1"/>
              <a:t>select</a:t>
            </a:r>
            <a:r>
              <a:rPr lang="nb-NO" sz="2400" dirty="0"/>
              <a:t> </a:t>
            </a:r>
            <a:r>
              <a:rPr lang="nb-NO" sz="2400" b="1" dirty="0"/>
              <a:t>«Format </a:t>
            </a:r>
            <a:r>
              <a:rPr lang="nb-NO" sz="2400" b="1" dirty="0" err="1"/>
              <a:t>Background</a:t>
            </a:r>
            <a:r>
              <a:rPr lang="nb-NO" sz="2400" b="1" dirty="0"/>
              <a:t>» -&gt; «</a:t>
            </a:r>
            <a:r>
              <a:rPr lang="nb-NO" sz="2400" b="1" dirty="0" err="1"/>
              <a:t>Fill</a:t>
            </a:r>
            <a:r>
              <a:rPr lang="nb-NO" sz="2400" b="1" dirty="0"/>
              <a:t>» </a:t>
            </a:r>
            <a:r>
              <a:rPr lang="nb-NO" sz="2400" dirty="0"/>
              <a:t>to </a:t>
            </a:r>
            <a:r>
              <a:rPr lang="nb-NO" sz="2400" dirty="0" err="1"/>
              <a:t>change</a:t>
            </a:r>
            <a:r>
              <a:rPr lang="nb-NO" sz="2400" dirty="0"/>
              <a:t> </a:t>
            </a:r>
            <a:r>
              <a:rPr lang="nb-NO" sz="2400" dirty="0" err="1"/>
              <a:t>background</a:t>
            </a:r>
            <a:r>
              <a:rPr lang="nb-NO" sz="2400" dirty="0"/>
              <a:t> </a:t>
            </a:r>
            <a:r>
              <a:rPr lang="nb-NO" sz="2400" dirty="0" err="1"/>
              <a:t>photo</a:t>
            </a:r>
            <a:endParaRPr lang="nb-NO" sz="2400" dirty="0"/>
          </a:p>
        </p:txBody>
      </p:sp>
    </p:spTree>
    <p:extLst>
      <p:ext uri="{BB962C8B-B14F-4D97-AF65-F5344CB8AC3E}">
        <p14:creationId xmlns:p14="http://schemas.microsoft.com/office/powerpoint/2010/main" val="5673369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Title slide #4">
    <p:bg>
      <p:bgPr>
        <a:blipFill>
          <a:blip r:embed="rId3" cstate="print">
            <a:extLst>
              <a:ext uri="{28A0092B-C50C-407E-A947-70E740481C1C}">
                <a14:useLocalDpi xmlns:a14="http://schemas.microsoft.com/office/drawing/2010/main"/>
              </a:ext>
            </a:extLst>
          </a:blip>
          <a:stretch>
            <a:fillRect/>
          </a:stretch>
        </a:blipFill>
        <a:effectLst/>
      </p:bgPr>
    </p:bg>
    <p:spTree>
      <p:nvGrpSpPr>
        <p:cNvPr id="1" name=""/>
        <p:cNvGrpSpPr/>
        <p:nvPr/>
      </p:nvGrpSpPr>
      <p:grpSpPr>
        <a:xfrm>
          <a:off x="0" y="0"/>
          <a:ext cx="0" cy="0"/>
          <a:chOff x="0" y="0"/>
          <a:chExt cx="0" cy="0"/>
        </a:xfrm>
      </p:grpSpPr>
      <p:graphicFrame>
        <p:nvGraphicFramePr>
          <p:cNvPr id="15" name="think-cell data - do not delete" hidden="1">
            <a:extLst>
              <a:ext uri="{FF2B5EF4-FFF2-40B4-BE49-F238E27FC236}">
                <a16:creationId xmlns:a16="http://schemas.microsoft.com/office/drawing/2014/main" id="{3B8335BE-0530-9956-D869-12A436BBF240}"/>
              </a:ext>
            </a:extLst>
          </p:cNvPr>
          <p:cNvGraphicFramePr>
            <a:graphicFrameLocks noChangeAspect="1"/>
          </p:cNvGraphicFramePr>
          <p:nvPr userDrawn="1">
            <p:custDataLst>
              <p:tags r:id="rId1"/>
            </p:custDataLst>
            <p:extLst>
              <p:ext uri="{D42A27DB-BD31-4B8C-83A1-F6EECF244321}">
                <p14:modId xmlns:p14="http://schemas.microsoft.com/office/powerpoint/2010/main" val="1488767070"/>
              </p:ext>
            </p:extLst>
          </p:nvPr>
        </p:nvGraphicFramePr>
        <p:xfrm>
          <a:off x="2118" y="2118"/>
          <a:ext cx="2117" cy="2117"/>
        </p:xfrm>
        <a:graphic>
          <a:graphicData uri="http://schemas.openxmlformats.org/presentationml/2006/ole">
            <mc:AlternateContent xmlns:mc="http://schemas.openxmlformats.org/markup-compatibility/2006">
              <mc:Choice xmlns:v="urn:schemas-microsoft-com:vml" Requires="v">
                <p:oleObj name="think-cell Slide" r:id="rId4" imgW="408" imgH="408" progId="TCLayout.ActiveDocument.1">
                  <p:embed/>
                </p:oleObj>
              </mc:Choice>
              <mc:Fallback>
                <p:oleObj name="think-cell Slide" r:id="rId4" imgW="408" imgH="408" progId="TCLayout.ActiveDocument.1">
                  <p:embed/>
                  <p:pic>
                    <p:nvPicPr>
                      <p:cNvPr id="15" name="think-cell data - do not delete" hidden="1">
                        <a:extLst>
                          <a:ext uri="{FF2B5EF4-FFF2-40B4-BE49-F238E27FC236}">
                            <a16:creationId xmlns:a16="http://schemas.microsoft.com/office/drawing/2014/main" id="{3B8335BE-0530-9956-D869-12A436BBF240}"/>
                          </a:ext>
                        </a:extLst>
                      </p:cNvPr>
                      <p:cNvPicPr/>
                      <p:nvPr/>
                    </p:nvPicPr>
                    <p:blipFill>
                      <a:blip r:embed="rId5"/>
                      <a:stretch>
                        <a:fillRect/>
                      </a:stretch>
                    </p:blipFill>
                    <p:spPr>
                      <a:xfrm>
                        <a:off x="2118" y="2118"/>
                        <a:ext cx="2117" cy="2117"/>
                      </a:xfrm>
                      <a:prstGeom prst="rect">
                        <a:avLst/>
                      </a:prstGeom>
                    </p:spPr>
                  </p:pic>
                </p:oleObj>
              </mc:Fallback>
            </mc:AlternateContent>
          </a:graphicData>
        </a:graphic>
      </p:graphicFrame>
      <p:sp>
        <p:nvSpPr>
          <p:cNvPr id="11" name="Rektangel 10">
            <a:extLst>
              <a:ext uri="{FF2B5EF4-FFF2-40B4-BE49-F238E27FC236}">
                <a16:creationId xmlns:a16="http://schemas.microsoft.com/office/drawing/2014/main" id="{265CD85F-24F4-9F5D-DD5B-97809FD86B13}"/>
              </a:ext>
            </a:extLst>
          </p:cNvPr>
          <p:cNvSpPr/>
          <p:nvPr/>
        </p:nvSpPr>
        <p:spPr>
          <a:xfrm rot="5400000">
            <a:off x="1380000" y="-1380000"/>
            <a:ext cx="6859200" cy="9619200"/>
          </a:xfrm>
          <a:prstGeom prst="rect">
            <a:avLst/>
          </a:prstGeom>
          <a:gradFill>
            <a:gsLst>
              <a:gs pos="0">
                <a:schemeClr val="tx1">
                  <a:alpha val="0"/>
                </a:schemeClr>
              </a:gs>
              <a:gs pos="99000">
                <a:schemeClr val="tx1">
                  <a:alpha val="49841"/>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vert="horz" lIns="121920" tIns="60960" rIns="121920" bIns="60960" rtlCol="0" anchor="ctr">
            <a:normAutofit/>
          </a:bodyPr>
          <a:lstStyle/>
          <a:p>
            <a:pPr lvl="0" indent="0" algn="ctr">
              <a:lnSpc>
                <a:spcPct val="110000"/>
              </a:lnSpc>
              <a:spcBef>
                <a:spcPts val="0"/>
              </a:spcBef>
              <a:buFont typeface="Arial" panose="020B0604020202020204" pitchFamily="34" charset="0"/>
              <a:buNone/>
            </a:pPr>
            <a:endParaRPr lang="nb-NO" sz="133" dirty="0"/>
          </a:p>
        </p:txBody>
      </p:sp>
      <p:sp>
        <p:nvSpPr>
          <p:cNvPr id="8" name="Plassholder for dato 3">
            <a:extLst>
              <a:ext uri="{FF2B5EF4-FFF2-40B4-BE49-F238E27FC236}">
                <a16:creationId xmlns:a16="http://schemas.microsoft.com/office/drawing/2014/main" id="{0AE497B3-F9C6-0E2C-CB81-7F47015F4305}"/>
              </a:ext>
            </a:extLst>
          </p:cNvPr>
          <p:cNvSpPr>
            <a:spLocks noGrp="1"/>
          </p:cNvSpPr>
          <p:nvPr>
            <p:ph type="dt" sz="half" idx="10"/>
          </p:nvPr>
        </p:nvSpPr>
        <p:spPr>
          <a:xfrm>
            <a:off x="0" y="-257041"/>
            <a:ext cx="0" cy="204543"/>
          </a:xfrm>
          <a:prstGeom prst="rect">
            <a:avLst/>
          </a:prstGeom>
        </p:spPr>
        <p:txBody>
          <a:bodyPr/>
          <a:lstStyle/>
          <a:p>
            <a:fld id="{20E1480F-2543-43D1-9570-AB7CDB9C541A}" type="datetime1">
              <a:rPr lang="nb-NO" smtClean="0"/>
              <a:t>06.01.2025</a:t>
            </a:fld>
            <a:endParaRPr lang="nb-NO" dirty="0"/>
          </a:p>
        </p:txBody>
      </p:sp>
      <p:sp>
        <p:nvSpPr>
          <p:cNvPr id="10" name="Plassholder for bunntekst 4">
            <a:extLst>
              <a:ext uri="{FF2B5EF4-FFF2-40B4-BE49-F238E27FC236}">
                <a16:creationId xmlns:a16="http://schemas.microsoft.com/office/drawing/2014/main" id="{7C45857F-9C70-0FF8-D8C1-AAC06F818DAD}"/>
              </a:ext>
            </a:extLst>
          </p:cNvPr>
          <p:cNvSpPr>
            <a:spLocks noGrp="1"/>
          </p:cNvSpPr>
          <p:nvPr>
            <p:ph type="ftr" sz="quarter" idx="11"/>
          </p:nvPr>
        </p:nvSpPr>
        <p:spPr>
          <a:xfrm>
            <a:off x="0" y="-165029"/>
            <a:ext cx="0" cy="0"/>
          </a:xfrm>
          <a:prstGeom prst="rect">
            <a:avLst/>
          </a:prstGeom>
        </p:spPr>
        <p:txBody>
          <a:bodyPr lIns="0" tIns="0" rIns="0" bIns="0"/>
          <a:lstStyle>
            <a:lvl1pPr>
              <a:defRPr sz="133"/>
            </a:lvl1pPr>
          </a:lstStyle>
          <a:p>
            <a:endParaRPr lang="nb-NO" dirty="0"/>
          </a:p>
        </p:txBody>
      </p:sp>
      <p:sp>
        <p:nvSpPr>
          <p:cNvPr id="4" name="TekstSylinder 12">
            <a:extLst>
              <a:ext uri="{FF2B5EF4-FFF2-40B4-BE49-F238E27FC236}">
                <a16:creationId xmlns:a16="http://schemas.microsoft.com/office/drawing/2014/main" id="{7A701799-DB56-B838-1FE0-59ACB9446763}"/>
              </a:ext>
            </a:extLst>
          </p:cNvPr>
          <p:cNvSpPr txBox="1"/>
          <p:nvPr/>
        </p:nvSpPr>
        <p:spPr>
          <a:xfrm>
            <a:off x="720001" y="6376202"/>
            <a:ext cx="6697724" cy="290401"/>
          </a:xfrm>
          <a:prstGeom prst="rect">
            <a:avLst/>
          </a:prstGeom>
          <a:noFill/>
        </p:spPr>
        <p:txBody>
          <a:bodyPr wrap="square" lIns="192000" rIns="192000" rtlCol="0">
            <a:spAutoFit/>
          </a:bodyPr>
          <a:lstStyle/>
          <a:p>
            <a:pPr>
              <a:lnSpc>
                <a:spcPct val="110000"/>
              </a:lnSpc>
            </a:pPr>
            <a:r>
              <a:rPr lang="en-GB" sz="600" b="1" i="0" kern="1200" spc="27" baseline="0" dirty="0">
                <a:solidFill>
                  <a:schemeClr val="bg1"/>
                </a:solidFill>
                <a:effectLst/>
                <a:latin typeface="Calibri" panose="020F0502020204030204" pitchFamily="34" charset="0"/>
                <a:ea typeface="+mn-ea"/>
                <a:cs typeface="Calibri" panose="020F0502020204030204" pitchFamily="34" charset="0"/>
              </a:rPr>
              <a:t>KONGSBERG PROPRIETARY:  </a:t>
            </a:r>
            <a:r>
              <a:rPr lang="en-GB" sz="600" b="0" i="0" kern="1200" spc="27" baseline="0" dirty="0">
                <a:solidFill>
                  <a:schemeClr val="bg1"/>
                </a:solidFill>
                <a:effectLst/>
                <a:latin typeface="Calibri" panose="020F0502020204030204" pitchFamily="34" charset="0"/>
                <a:ea typeface="+mn-ea"/>
                <a:cs typeface="Calibri" panose="020F0502020204030204" pitchFamily="34" charset="0"/>
              </a:rPr>
              <a:t>This document contains KONGSBERG information which is proprietary and confidential. Any disclosure, copying, distribution or use is prohibited if not otherwise explicitly agreed with KONGSBERG in writing. Any authorised reproduction in whole or in part, must include this legend. © 2024 KONGSBERG – All rights </a:t>
            </a:r>
            <a:r>
              <a:rPr lang="en-GB" sz="600" b="0" i="0" kern="1200" spc="27" baseline="0">
                <a:solidFill>
                  <a:schemeClr val="bg1"/>
                </a:solidFill>
                <a:effectLst/>
                <a:latin typeface="Calibri" panose="020F0502020204030204" pitchFamily="34" charset="0"/>
                <a:ea typeface="+mn-ea"/>
                <a:cs typeface="Calibri" panose="020F0502020204030204" pitchFamily="34" charset="0"/>
              </a:rPr>
              <a:t>reserved</a:t>
            </a:r>
            <a:r>
              <a:rPr lang="en-GB" sz="600" b="0" i="0" kern="1200">
                <a:solidFill>
                  <a:schemeClr val="bg1"/>
                </a:solidFill>
                <a:effectLst/>
                <a:latin typeface="Calibri" panose="020F0502020204030204" pitchFamily="34" charset="0"/>
                <a:ea typeface="+mn-ea"/>
                <a:cs typeface="Calibri" panose="020F0502020204030204" pitchFamily="34" charset="0"/>
              </a:rPr>
              <a:t>.</a:t>
            </a:r>
            <a:endParaRPr lang="nb-NO" sz="1200" dirty="0">
              <a:solidFill>
                <a:schemeClr val="bg1"/>
              </a:solidFill>
              <a:latin typeface="Calibri" panose="020F0502020204030204" pitchFamily="34" charset="0"/>
              <a:cs typeface="Calibri" panose="020F0502020204030204" pitchFamily="34" charset="0"/>
            </a:endParaRPr>
          </a:p>
        </p:txBody>
      </p:sp>
      <p:pic>
        <p:nvPicPr>
          <p:cNvPr id="14" name="Picture 1">
            <a:extLst>
              <a:ext uri="{FF2B5EF4-FFF2-40B4-BE49-F238E27FC236}">
                <a16:creationId xmlns:a16="http://schemas.microsoft.com/office/drawing/2014/main" id="{F4620D03-9F87-461D-4DAC-698120E0FF23}"/>
              </a:ext>
            </a:extLst>
          </p:cNvPr>
          <p:cNvPicPr>
            <a:picLocks noChangeAspect="1"/>
          </p:cNvPicPr>
          <p:nvPr userDrawn="1"/>
        </p:nvPicPr>
        <p:blipFill>
          <a:blip r:embed="rId6" cstate="print">
            <a:extLst>
              <a:ext uri="{28A0092B-C50C-407E-A947-70E740481C1C}">
                <a14:useLocalDpi xmlns:a14="http://schemas.microsoft.com/office/drawing/2010/main"/>
              </a:ext>
            </a:extLst>
          </a:blip>
          <a:srcRect/>
          <a:stretch/>
        </p:blipFill>
        <p:spPr>
          <a:xfrm>
            <a:off x="10711580" y="361469"/>
            <a:ext cx="1051304" cy="1054376"/>
          </a:xfrm>
          <a:prstGeom prst="rect">
            <a:avLst/>
          </a:prstGeom>
        </p:spPr>
      </p:pic>
      <p:sp>
        <p:nvSpPr>
          <p:cNvPr id="2" name="TekstSylinder 1">
            <a:extLst>
              <a:ext uri="{FF2B5EF4-FFF2-40B4-BE49-F238E27FC236}">
                <a16:creationId xmlns:a16="http://schemas.microsoft.com/office/drawing/2014/main" id="{C6009668-8F65-4704-672B-17A9813DEED3}"/>
              </a:ext>
            </a:extLst>
          </p:cNvPr>
          <p:cNvSpPr txBox="1"/>
          <p:nvPr/>
        </p:nvSpPr>
        <p:spPr>
          <a:xfrm>
            <a:off x="0" y="-867881"/>
            <a:ext cx="7294109" cy="830997"/>
          </a:xfrm>
          <a:prstGeom prst="rect">
            <a:avLst/>
          </a:prstGeom>
          <a:solidFill>
            <a:schemeClr val="accent1"/>
          </a:solidFill>
        </p:spPr>
        <p:txBody>
          <a:bodyPr wrap="square" rtlCol="0">
            <a:spAutoFit/>
          </a:bodyPr>
          <a:lstStyle/>
          <a:p>
            <a:r>
              <a:rPr lang="nb-NO" sz="2400" dirty="0"/>
              <a:t>Right click </a:t>
            </a:r>
            <a:r>
              <a:rPr lang="nb-NO" sz="2400" dirty="0" err="1"/>
              <a:t>here</a:t>
            </a:r>
            <a:r>
              <a:rPr lang="nb-NO" sz="2400" dirty="0"/>
              <a:t> and </a:t>
            </a:r>
            <a:r>
              <a:rPr lang="nb-NO" sz="2400" dirty="0" err="1"/>
              <a:t>select</a:t>
            </a:r>
            <a:r>
              <a:rPr lang="nb-NO" sz="2400" dirty="0"/>
              <a:t> </a:t>
            </a:r>
            <a:r>
              <a:rPr lang="nb-NO" sz="2400" b="1" dirty="0"/>
              <a:t>«Format </a:t>
            </a:r>
            <a:r>
              <a:rPr lang="nb-NO" sz="2400" b="1" dirty="0" err="1"/>
              <a:t>Background</a:t>
            </a:r>
            <a:r>
              <a:rPr lang="nb-NO" sz="2400" b="1" dirty="0"/>
              <a:t>» -&gt; «</a:t>
            </a:r>
            <a:r>
              <a:rPr lang="nb-NO" sz="2400" b="1" dirty="0" err="1"/>
              <a:t>Fill</a:t>
            </a:r>
            <a:r>
              <a:rPr lang="nb-NO" sz="2400" b="1" dirty="0"/>
              <a:t>» </a:t>
            </a:r>
            <a:r>
              <a:rPr lang="nb-NO" sz="2400" dirty="0"/>
              <a:t>to </a:t>
            </a:r>
            <a:r>
              <a:rPr lang="nb-NO" sz="2400" dirty="0" err="1"/>
              <a:t>change</a:t>
            </a:r>
            <a:r>
              <a:rPr lang="nb-NO" sz="2400" dirty="0"/>
              <a:t> </a:t>
            </a:r>
            <a:r>
              <a:rPr lang="nb-NO" sz="2400" dirty="0" err="1"/>
              <a:t>background</a:t>
            </a:r>
            <a:r>
              <a:rPr lang="nb-NO" sz="2400" dirty="0"/>
              <a:t> </a:t>
            </a:r>
            <a:r>
              <a:rPr lang="nb-NO" sz="2400" dirty="0" err="1"/>
              <a:t>photo</a:t>
            </a:r>
            <a:endParaRPr lang="nb-NO" sz="2400" dirty="0"/>
          </a:p>
        </p:txBody>
      </p:sp>
      <p:sp>
        <p:nvSpPr>
          <p:cNvPr id="3" name="Rektangel 10">
            <a:extLst>
              <a:ext uri="{FF2B5EF4-FFF2-40B4-BE49-F238E27FC236}">
                <a16:creationId xmlns:a16="http://schemas.microsoft.com/office/drawing/2014/main" id="{B65DF981-496E-C225-2FAA-A8B18717D188}"/>
              </a:ext>
            </a:extLst>
          </p:cNvPr>
          <p:cNvSpPr/>
          <p:nvPr userDrawn="1"/>
        </p:nvSpPr>
        <p:spPr>
          <a:xfrm rot="5400000">
            <a:off x="1380000" y="-1380000"/>
            <a:ext cx="6859200" cy="9619200"/>
          </a:xfrm>
          <a:prstGeom prst="rect">
            <a:avLst/>
          </a:prstGeom>
          <a:gradFill>
            <a:gsLst>
              <a:gs pos="0">
                <a:schemeClr val="tx1">
                  <a:alpha val="0"/>
                </a:schemeClr>
              </a:gs>
              <a:gs pos="99000">
                <a:schemeClr val="tx1">
                  <a:alpha val="49841"/>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vert="horz" lIns="121920" tIns="60960" rIns="121920" bIns="60960" rtlCol="0" anchor="ctr">
            <a:normAutofit/>
          </a:bodyPr>
          <a:lstStyle/>
          <a:p>
            <a:pPr lvl="0" indent="0" algn="ctr">
              <a:lnSpc>
                <a:spcPct val="110000"/>
              </a:lnSpc>
              <a:spcBef>
                <a:spcPts val="0"/>
              </a:spcBef>
              <a:buFont typeface="Arial" panose="020B0604020202020204" pitchFamily="34" charset="0"/>
              <a:buNone/>
            </a:pPr>
            <a:endParaRPr lang="nb-NO" sz="133" dirty="0"/>
          </a:p>
        </p:txBody>
      </p:sp>
      <p:sp>
        <p:nvSpPr>
          <p:cNvPr id="13" name="Undertittel 2">
            <a:extLst>
              <a:ext uri="{FF2B5EF4-FFF2-40B4-BE49-F238E27FC236}">
                <a16:creationId xmlns:a16="http://schemas.microsoft.com/office/drawing/2014/main" id="{384F025F-44F0-25C3-6ECC-8DAD0F06614C}"/>
              </a:ext>
            </a:extLst>
          </p:cNvPr>
          <p:cNvSpPr>
            <a:spLocks noGrp="1"/>
          </p:cNvSpPr>
          <p:nvPr>
            <p:ph type="subTitle" idx="1"/>
          </p:nvPr>
        </p:nvSpPr>
        <p:spPr>
          <a:xfrm>
            <a:off x="720000" y="4289114"/>
            <a:ext cx="6106693" cy="451405"/>
          </a:xfrm>
        </p:spPr>
        <p:txBody>
          <a:bodyPr>
            <a:normAutofit/>
          </a:bodyPr>
          <a:lstStyle>
            <a:lvl1pPr marL="0" indent="0" algn="l">
              <a:lnSpc>
                <a:spcPct val="100000"/>
              </a:lnSpc>
              <a:buNone/>
              <a:defRPr sz="2133">
                <a:solidFill>
                  <a:schemeClr val="lt1"/>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endParaRPr lang="nb-NO" dirty="0"/>
          </a:p>
        </p:txBody>
      </p:sp>
      <p:sp>
        <p:nvSpPr>
          <p:cNvPr id="16" name="Tittel 1">
            <a:extLst>
              <a:ext uri="{FF2B5EF4-FFF2-40B4-BE49-F238E27FC236}">
                <a16:creationId xmlns:a16="http://schemas.microsoft.com/office/drawing/2014/main" id="{AE01B60E-C591-673B-9D8E-8E7B59C0E4CD}"/>
              </a:ext>
            </a:extLst>
          </p:cNvPr>
          <p:cNvSpPr>
            <a:spLocks noGrp="1"/>
          </p:cNvSpPr>
          <p:nvPr>
            <p:ph type="ctrTitle"/>
          </p:nvPr>
        </p:nvSpPr>
        <p:spPr>
          <a:xfrm>
            <a:off x="720001" y="1415846"/>
            <a:ext cx="6470316" cy="2782300"/>
          </a:xfrm>
        </p:spPr>
        <p:txBody>
          <a:bodyPr vert="horz" anchor="t">
            <a:normAutofit/>
          </a:bodyPr>
          <a:lstStyle>
            <a:lvl1pPr algn="l">
              <a:lnSpc>
                <a:spcPct val="90000"/>
              </a:lnSpc>
              <a:defRPr sz="6400">
                <a:solidFill>
                  <a:schemeClr val="lt1"/>
                </a:solidFill>
              </a:defRPr>
            </a:lvl1pPr>
          </a:lstStyle>
          <a:p>
            <a:r>
              <a:rPr lang="en-US"/>
              <a:t>Click to edit Master title style</a:t>
            </a:r>
            <a:endParaRPr lang="nb-NO" dirty="0"/>
          </a:p>
        </p:txBody>
      </p:sp>
    </p:spTree>
    <p:extLst>
      <p:ext uri="{BB962C8B-B14F-4D97-AF65-F5344CB8AC3E}">
        <p14:creationId xmlns:p14="http://schemas.microsoft.com/office/powerpoint/2010/main" val="11003212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slide #6">
    <p:bg>
      <p:bgPr>
        <a:blipFill>
          <a:blip r:embed="rId3" cstate="print">
            <a:extLst>
              <a:ext uri="{28A0092B-C50C-407E-A947-70E740481C1C}">
                <a14:useLocalDpi xmlns:a14="http://schemas.microsoft.com/office/drawing/2010/main"/>
              </a:ext>
            </a:extLst>
          </a:blip>
          <a:stretch>
            <a:fillRect/>
          </a:stretch>
        </a:blipFill>
        <a:effectLst/>
      </p:bgPr>
    </p:bg>
    <p:spTree>
      <p:nvGrpSpPr>
        <p:cNvPr id="1" name=""/>
        <p:cNvGrpSpPr/>
        <p:nvPr/>
      </p:nvGrpSpPr>
      <p:grpSpPr>
        <a:xfrm>
          <a:off x="0" y="0"/>
          <a:ext cx="0" cy="0"/>
          <a:chOff x="0" y="0"/>
          <a:chExt cx="0" cy="0"/>
        </a:xfrm>
      </p:grpSpPr>
      <p:graphicFrame>
        <p:nvGraphicFramePr>
          <p:cNvPr id="14" name="think-cell data - do not delete" hidden="1">
            <a:extLst>
              <a:ext uri="{FF2B5EF4-FFF2-40B4-BE49-F238E27FC236}">
                <a16:creationId xmlns:a16="http://schemas.microsoft.com/office/drawing/2014/main" id="{BE1977F0-582C-9740-8541-6E076DF67FF2}"/>
              </a:ext>
            </a:extLst>
          </p:cNvPr>
          <p:cNvGraphicFramePr>
            <a:graphicFrameLocks noChangeAspect="1"/>
          </p:cNvGraphicFramePr>
          <p:nvPr userDrawn="1">
            <p:custDataLst>
              <p:tags r:id="rId1"/>
            </p:custDataLst>
            <p:extLst>
              <p:ext uri="{D42A27DB-BD31-4B8C-83A1-F6EECF244321}">
                <p14:modId xmlns:p14="http://schemas.microsoft.com/office/powerpoint/2010/main" val="1353477198"/>
              </p:ext>
            </p:extLst>
          </p:nvPr>
        </p:nvGraphicFramePr>
        <p:xfrm>
          <a:off x="2118" y="2118"/>
          <a:ext cx="2117" cy="2117"/>
        </p:xfrm>
        <a:graphic>
          <a:graphicData uri="http://schemas.openxmlformats.org/presentationml/2006/ole">
            <mc:AlternateContent xmlns:mc="http://schemas.openxmlformats.org/markup-compatibility/2006">
              <mc:Choice xmlns:v="urn:schemas-microsoft-com:vml" Requires="v">
                <p:oleObj name="think-cell Slide" r:id="rId4" imgW="408" imgH="408" progId="TCLayout.ActiveDocument.1">
                  <p:embed/>
                </p:oleObj>
              </mc:Choice>
              <mc:Fallback>
                <p:oleObj name="think-cell Slide" r:id="rId4" imgW="408" imgH="408" progId="TCLayout.ActiveDocument.1">
                  <p:embed/>
                  <p:pic>
                    <p:nvPicPr>
                      <p:cNvPr id="14" name="think-cell data - do not delete" hidden="1">
                        <a:extLst>
                          <a:ext uri="{FF2B5EF4-FFF2-40B4-BE49-F238E27FC236}">
                            <a16:creationId xmlns:a16="http://schemas.microsoft.com/office/drawing/2014/main" id="{BE1977F0-582C-9740-8541-6E076DF67FF2}"/>
                          </a:ext>
                        </a:extLst>
                      </p:cNvPr>
                      <p:cNvPicPr/>
                      <p:nvPr/>
                    </p:nvPicPr>
                    <p:blipFill>
                      <a:blip r:embed="rId5"/>
                      <a:stretch>
                        <a:fillRect/>
                      </a:stretch>
                    </p:blipFill>
                    <p:spPr>
                      <a:xfrm>
                        <a:off x="2118" y="2118"/>
                        <a:ext cx="2117" cy="2117"/>
                      </a:xfrm>
                      <a:prstGeom prst="rect">
                        <a:avLst/>
                      </a:prstGeom>
                    </p:spPr>
                  </p:pic>
                </p:oleObj>
              </mc:Fallback>
            </mc:AlternateContent>
          </a:graphicData>
        </a:graphic>
      </p:graphicFrame>
      <p:sp>
        <p:nvSpPr>
          <p:cNvPr id="11" name="Rektangel 10">
            <a:extLst>
              <a:ext uri="{FF2B5EF4-FFF2-40B4-BE49-F238E27FC236}">
                <a16:creationId xmlns:a16="http://schemas.microsoft.com/office/drawing/2014/main" id="{80AC1664-6774-7802-7BFD-4B4AAF873DA3}"/>
              </a:ext>
            </a:extLst>
          </p:cNvPr>
          <p:cNvSpPr/>
          <p:nvPr/>
        </p:nvSpPr>
        <p:spPr>
          <a:xfrm rot="5400000">
            <a:off x="1380000" y="-1380000"/>
            <a:ext cx="6859200" cy="9619200"/>
          </a:xfrm>
          <a:prstGeom prst="rect">
            <a:avLst/>
          </a:prstGeom>
          <a:gradFill>
            <a:gsLst>
              <a:gs pos="0">
                <a:schemeClr val="tx1">
                  <a:alpha val="0"/>
                </a:schemeClr>
              </a:gs>
              <a:gs pos="99000">
                <a:schemeClr val="tx1">
                  <a:alpha val="49841"/>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vert="horz" lIns="121920" tIns="60960" rIns="121920" bIns="60960" rtlCol="0" anchor="ctr">
            <a:normAutofit/>
          </a:bodyPr>
          <a:lstStyle/>
          <a:p>
            <a:pPr lvl="0" indent="0" algn="ctr">
              <a:lnSpc>
                <a:spcPct val="110000"/>
              </a:lnSpc>
              <a:spcBef>
                <a:spcPts val="0"/>
              </a:spcBef>
              <a:buFont typeface="Arial" panose="020B0604020202020204" pitchFamily="34" charset="0"/>
              <a:buNone/>
            </a:pPr>
            <a:endParaRPr lang="nb-NO" sz="133" dirty="0"/>
          </a:p>
        </p:txBody>
      </p:sp>
      <p:sp>
        <p:nvSpPr>
          <p:cNvPr id="7" name="Plassholder for tekst 15">
            <a:extLst>
              <a:ext uri="{FF2B5EF4-FFF2-40B4-BE49-F238E27FC236}">
                <a16:creationId xmlns:a16="http://schemas.microsoft.com/office/drawing/2014/main" id="{360E00A8-CA95-7CAB-28E0-9D2B7F0ECFBF}"/>
              </a:ext>
            </a:extLst>
          </p:cNvPr>
          <p:cNvSpPr>
            <a:spLocks noGrp="1"/>
          </p:cNvSpPr>
          <p:nvPr>
            <p:ph type="body" sz="quarter" idx="14" hasCustomPrompt="1"/>
          </p:nvPr>
        </p:nvSpPr>
        <p:spPr>
          <a:xfrm>
            <a:off x="10711580" y="361469"/>
            <a:ext cx="1051304" cy="1054376"/>
          </a:xfrm>
          <a:prstGeom prst="rect">
            <a:avLst/>
          </a:prstGeom>
          <a:blipFill>
            <a:blip r:embed="rId6" cstate="print">
              <a:extLst>
                <a:ext uri="{28A0092B-C50C-407E-A947-70E740481C1C}">
                  <a14:useLocalDpi xmlns:a14="http://schemas.microsoft.com/office/drawing/2010/main"/>
                </a:ext>
              </a:extLst>
            </a:blip>
            <a:stretch>
              <a:fillRect/>
            </a:stretch>
          </a:blipFill>
        </p:spPr>
        <p:txBody>
          <a:bodyPr/>
          <a:lstStyle>
            <a:lvl1pPr>
              <a:defRPr sz="133">
                <a:solidFill>
                  <a:srgbClr val="000000"/>
                </a:solidFill>
              </a:defRPr>
            </a:lvl1pPr>
            <a:lvl2pPr>
              <a:defRPr sz="133">
                <a:solidFill>
                  <a:srgbClr val="000000"/>
                </a:solidFill>
              </a:defRPr>
            </a:lvl2pPr>
            <a:lvl3pPr>
              <a:defRPr sz="133">
                <a:solidFill>
                  <a:srgbClr val="000000"/>
                </a:solidFill>
              </a:defRPr>
            </a:lvl3pPr>
            <a:lvl4pPr>
              <a:defRPr sz="133">
                <a:solidFill>
                  <a:srgbClr val="000000"/>
                </a:solidFill>
              </a:defRPr>
            </a:lvl4pPr>
            <a:lvl5pPr>
              <a:defRPr sz="133">
                <a:solidFill>
                  <a:srgbClr val="000000"/>
                </a:solidFill>
              </a:defRPr>
            </a:lvl5pPr>
          </a:lstStyle>
          <a:p>
            <a:pPr lvl="0"/>
            <a:r>
              <a:rPr lang="nb-NO"/>
              <a:t> </a:t>
            </a:r>
            <a:endParaRPr lang="nb-NO" dirty="0"/>
          </a:p>
        </p:txBody>
      </p:sp>
      <p:sp>
        <p:nvSpPr>
          <p:cNvPr id="8" name="Plassholder for dato 3">
            <a:extLst>
              <a:ext uri="{FF2B5EF4-FFF2-40B4-BE49-F238E27FC236}">
                <a16:creationId xmlns:a16="http://schemas.microsoft.com/office/drawing/2014/main" id="{0AE497B3-F9C6-0E2C-CB81-7F47015F4305}"/>
              </a:ext>
            </a:extLst>
          </p:cNvPr>
          <p:cNvSpPr>
            <a:spLocks noGrp="1"/>
          </p:cNvSpPr>
          <p:nvPr>
            <p:ph type="dt" sz="half" idx="10"/>
          </p:nvPr>
        </p:nvSpPr>
        <p:spPr>
          <a:xfrm>
            <a:off x="0" y="-257041"/>
            <a:ext cx="0" cy="204543"/>
          </a:xfrm>
          <a:prstGeom prst="rect">
            <a:avLst/>
          </a:prstGeom>
        </p:spPr>
        <p:txBody>
          <a:bodyPr/>
          <a:lstStyle/>
          <a:p>
            <a:fld id="{20E1480F-2543-43D1-9570-AB7CDB9C541A}" type="datetime1">
              <a:rPr lang="nb-NO" smtClean="0"/>
              <a:t>06.01.2025</a:t>
            </a:fld>
            <a:endParaRPr lang="nb-NO" dirty="0"/>
          </a:p>
        </p:txBody>
      </p:sp>
      <p:sp>
        <p:nvSpPr>
          <p:cNvPr id="10" name="Plassholder for bunntekst 4">
            <a:extLst>
              <a:ext uri="{FF2B5EF4-FFF2-40B4-BE49-F238E27FC236}">
                <a16:creationId xmlns:a16="http://schemas.microsoft.com/office/drawing/2014/main" id="{7C45857F-9C70-0FF8-D8C1-AAC06F818DAD}"/>
              </a:ext>
            </a:extLst>
          </p:cNvPr>
          <p:cNvSpPr>
            <a:spLocks noGrp="1"/>
          </p:cNvSpPr>
          <p:nvPr>
            <p:ph type="ftr" sz="quarter" idx="11"/>
          </p:nvPr>
        </p:nvSpPr>
        <p:spPr>
          <a:xfrm>
            <a:off x="0" y="-165029"/>
            <a:ext cx="0" cy="0"/>
          </a:xfrm>
          <a:prstGeom prst="rect">
            <a:avLst/>
          </a:prstGeom>
        </p:spPr>
        <p:txBody>
          <a:bodyPr lIns="0" tIns="0" rIns="0" bIns="0"/>
          <a:lstStyle>
            <a:lvl1pPr>
              <a:defRPr sz="133"/>
            </a:lvl1pPr>
          </a:lstStyle>
          <a:p>
            <a:endParaRPr lang="nb-NO" dirty="0"/>
          </a:p>
        </p:txBody>
      </p:sp>
      <p:sp>
        <p:nvSpPr>
          <p:cNvPr id="4" name="TekstSylinder 12">
            <a:extLst>
              <a:ext uri="{FF2B5EF4-FFF2-40B4-BE49-F238E27FC236}">
                <a16:creationId xmlns:a16="http://schemas.microsoft.com/office/drawing/2014/main" id="{CCB9547E-773B-6449-2FAD-9EF079618EA9}"/>
              </a:ext>
            </a:extLst>
          </p:cNvPr>
          <p:cNvSpPr txBox="1"/>
          <p:nvPr/>
        </p:nvSpPr>
        <p:spPr>
          <a:xfrm>
            <a:off x="720001" y="6376202"/>
            <a:ext cx="6697724" cy="290401"/>
          </a:xfrm>
          <a:prstGeom prst="rect">
            <a:avLst/>
          </a:prstGeom>
          <a:noFill/>
        </p:spPr>
        <p:txBody>
          <a:bodyPr wrap="square" lIns="192000" rIns="192000" rtlCol="0">
            <a:spAutoFit/>
          </a:bodyPr>
          <a:lstStyle/>
          <a:p>
            <a:pPr>
              <a:lnSpc>
                <a:spcPct val="110000"/>
              </a:lnSpc>
            </a:pPr>
            <a:r>
              <a:rPr lang="en-GB" sz="600" b="1" i="0" kern="1200" spc="27" baseline="0" dirty="0">
                <a:solidFill>
                  <a:schemeClr val="bg1"/>
                </a:solidFill>
                <a:effectLst/>
                <a:latin typeface="Calibri" panose="020F0502020204030204" pitchFamily="34" charset="0"/>
                <a:ea typeface="+mn-ea"/>
                <a:cs typeface="Calibri" panose="020F0502020204030204" pitchFamily="34" charset="0"/>
              </a:rPr>
              <a:t>KONGSBERG PROPRIETARY:  </a:t>
            </a:r>
            <a:r>
              <a:rPr lang="en-GB" sz="600" b="0" i="0" kern="1200" spc="27" baseline="0" dirty="0">
                <a:solidFill>
                  <a:schemeClr val="bg1"/>
                </a:solidFill>
                <a:effectLst/>
                <a:latin typeface="Calibri" panose="020F0502020204030204" pitchFamily="34" charset="0"/>
                <a:ea typeface="+mn-ea"/>
                <a:cs typeface="Calibri" panose="020F0502020204030204" pitchFamily="34" charset="0"/>
              </a:rPr>
              <a:t>This document contains KONGSBERG information which is proprietary and confidential. Any disclosure, copying, distribution or use is prohibited if not otherwise explicitly agreed with KONGSBERG in writing. Any authorised reproduction in whole or in part, must include this legend. © 2024 KONGSBERG – All rights </a:t>
            </a:r>
            <a:r>
              <a:rPr lang="en-GB" sz="600" b="0" i="0" kern="1200" spc="27" baseline="0">
                <a:solidFill>
                  <a:schemeClr val="bg1"/>
                </a:solidFill>
                <a:effectLst/>
                <a:latin typeface="Calibri" panose="020F0502020204030204" pitchFamily="34" charset="0"/>
                <a:ea typeface="+mn-ea"/>
                <a:cs typeface="Calibri" panose="020F0502020204030204" pitchFamily="34" charset="0"/>
              </a:rPr>
              <a:t>reserved</a:t>
            </a:r>
            <a:r>
              <a:rPr lang="en-GB" sz="600" b="0" i="0" kern="1200">
                <a:solidFill>
                  <a:schemeClr val="bg1"/>
                </a:solidFill>
                <a:effectLst/>
                <a:latin typeface="Calibri" panose="020F0502020204030204" pitchFamily="34" charset="0"/>
                <a:ea typeface="+mn-ea"/>
                <a:cs typeface="Calibri" panose="020F0502020204030204" pitchFamily="34" charset="0"/>
              </a:rPr>
              <a:t>.</a:t>
            </a:r>
            <a:endParaRPr lang="nb-NO" sz="1200" dirty="0">
              <a:solidFill>
                <a:schemeClr val="bg1"/>
              </a:solidFill>
              <a:latin typeface="Calibri" panose="020F0502020204030204" pitchFamily="34" charset="0"/>
              <a:cs typeface="Calibri" panose="020F0502020204030204" pitchFamily="34" charset="0"/>
            </a:endParaRPr>
          </a:p>
        </p:txBody>
      </p:sp>
      <p:sp>
        <p:nvSpPr>
          <p:cNvPr id="3" name="Rektangel 10">
            <a:extLst>
              <a:ext uri="{FF2B5EF4-FFF2-40B4-BE49-F238E27FC236}">
                <a16:creationId xmlns:a16="http://schemas.microsoft.com/office/drawing/2014/main" id="{BA301DCE-FE9D-2B40-1A74-941298EA0C73}"/>
              </a:ext>
            </a:extLst>
          </p:cNvPr>
          <p:cNvSpPr/>
          <p:nvPr userDrawn="1"/>
        </p:nvSpPr>
        <p:spPr>
          <a:xfrm rot="5400000">
            <a:off x="1380000" y="-1380000"/>
            <a:ext cx="6859200" cy="9619200"/>
          </a:xfrm>
          <a:prstGeom prst="rect">
            <a:avLst/>
          </a:prstGeom>
          <a:gradFill>
            <a:gsLst>
              <a:gs pos="0">
                <a:schemeClr val="tx1">
                  <a:alpha val="0"/>
                </a:schemeClr>
              </a:gs>
              <a:gs pos="99000">
                <a:schemeClr val="tx1">
                  <a:alpha val="49841"/>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vert="horz" lIns="121920" tIns="60960" rIns="121920" bIns="60960" rtlCol="0" anchor="ctr">
            <a:normAutofit/>
          </a:bodyPr>
          <a:lstStyle/>
          <a:p>
            <a:pPr lvl="0" indent="0" algn="ctr">
              <a:lnSpc>
                <a:spcPct val="110000"/>
              </a:lnSpc>
              <a:spcBef>
                <a:spcPts val="0"/>
              </a:spcBef>
              <a:buFont typeface="Arial" panose="020B0604020202020204" pitchFamily="34" charset="0"/>
              <a:buNone/>
            </a:pPr>
            <a:endParaRPr lang="nb-NO" sz="133" dirty="0"/>
          </a:p>
        </p:txBody>
      </p:sp>
      <p:sp>
        <p:nvSpPr>
          <p:cNvPr id="13" name="Undertittel 2">
            <a:extLst>
              <a:ext uri="{FF2B5EF4-FFF2-40B4-BE49-F238E27FC236}">
                <a16:creationId xmlns:a16="http://schemas.microsoft.com/office/drawing/2014/main" id="{384F025F-44F0-25C3-6ECC-8DAD0F06614C}"/>
              </a:ext>
            </a:extLst>
          </p:cNvPr>
          <p:cNvSpPr>
            <a:spLocks noGrp="1"/>
          </p:cNvSpPr>
          <p:nvPr>
            <p:ph type="subTitle" idx="1"/>
          </p:nvPr>
        </p:nvSpPr>
        <p:spPr>
          <a:xfrm>
            <a:off x="720000" y="4289114"/>
            <a:ext cx="6106693" cy="451405"/>
          </a:xfrm>
        </p:spPr>
        <p:txBody>
          <a:bodyPr>
            <a:normAutofit/>
          </a:bodyPr>
          <a:lstStyle>
            <a:lvl1pPr marL="0" indent="0" algn="l">
              <a:lnSpc>
                <a:spcPct val="100000"/>
              </a:lnSpc>
              <a:buNone/>
              <a:defRPr sz="2133">
                <a:solidFill>
                  <a:schemeClr val="lt1"/>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endParaRPr lang="nb-NO" dirty="0"/>
          </a:p>
        </p:txBody>
      </p:sp>
      <p:sp>
        <p:nvSpPr>
          <p:cNvPr id="16" name="Tittel 1">
            <a:extLst>
              <a:ext uri="{FF2B5EF4-FFF2-40B4-BE49-F238E27FC236}">
                <a16:creationId xmlns:a16="http://schemas.microsoft.com/office/drawing/2014/main" id="{AE01B60E-C591-673B-9D8E-8E7B59C0E4CD}"/>
              </a:ext>
            </a:extLst>
          </p:cNvPr>
          <p:cNvSpPr>
            <a:spLocks noGrp="1"/>
          </p:cNvSpPr>
          <p:nvPr>
            <p:ph type="ctrTitle"/>
          </p:nvPr>
        </p:nvSpPr>
        <p:spPr>
          <a:xfrm>
            <a:off x="720001" y="1415846"/>
            <a:ext cx="6470316" cy="2782300"/>
          </a:xfrm>
        </p:spPr>
        <p:txBody>
          <a:bodyPr vert="horz" anchor="t">
            <a:normAutofit/>
          </a:bodyPr>
          <a:lstStyle>
            <a:lvl1pPr algn="l">
              <a:lnSpc>
                <a:spcPct val="90000"/>
              </a:lnSpc>
              <a:defRPr sz="6400">
                <a:solidFill>
                  <a:schemeClr val="lt1"/>
                </a:solidFill>
              </a:defRPr>
            </a:lvl1pPr>
          </a:lstStyle>
          <a:p>
            <a:r>
              <a:rPr lang="en-US"/>
              <a:t>Click to edit Master title style</a:t>
            </a:r>
            <a:endParaRPr lang="nb-NO" dirty="0"/>
          </a:p>
        </p:txBody>
      </p:sp>
      <p:sp>
        <p:nvSpPr>
          <p:cNvPr id="6" name="TekstSylinder 5">
            <a:extLst>
              <a:ext uri="{FF2B5EF4-FFF2-40B4-BE49-F238E27FC236}">
                <a16:creationId xmlns:a16="http://schemas.microsoft.com/office/drawing/2014/main" id="{4B7AF3E2-AA77-C766-A4A7-458714201A83}"/>
              </a:ext>
            </a:extLst>
          </p:cNvPr>
          <p:cNvSpPr txBox="1"/>
          <p:nvPr userDrawn="1"/>
        </p:nvSpPr>
        <p:spPr>
          <a:xfrm>
            <a:off x="0" y="-867881"/>
            <a:ext cx="7294109" cy="830997"/>
          </a:xfrm>
          <a:prstGeom prst="rect">
            <a:avLst/>
          </a:prstGeom>
          <a:solidFill>
            <a:schemeClr val="accent1"/>
          </a:solidFill>
        </p:spPr>
        <p:txBody>
          <a:bodyPr wrap="square" rtlCol="0">
            <a:spAutoFit/>
          </a:bodyPr>
          <a:lstStyle/>
          <a:p>
            <a:r>
              <a:rPr lang="nb-NO" sz="2400" dirty="0"/>
              <a:t>Right click </a:t>
            </a:r>
            <a:r>
              <a:rPr lang="nb-NO" sz="2400" dirty="0" err="1"/>
              <a:t>here</a:t>
            </a:r>
            <a:r>
              <a:rPr lang="nb-NO" sz="2400" dirty="0"/>
              <a:t> and </a:t>
            </a:r>
            <a:r>
              <a:rPr lang="nb-NO" sz="2400" dirty="0" err="1"/>
              <a:t>select</a:t>
            </a:r>
            <a:r>
              <a:rPr lang="nb-NO" sz="2400" dirty="0"/>
              <a:t> </a:t>
            </a:r>
            <a:r>
              <a:rPr lang="nb-NO" sz="2400" b="1" dirty="0"/>
              <a:t>«Format </a:t>
            </a:r>
            <a:r>
              <a:rPr lang="nb-NO" sz="2400" b="1" dirty="0" err="1"/>
              <a:t>Background</a:t>
            </a:r>
            <a:r>
              <a:rPr lang="nb-NO" sz="2400" b="1" dirty="0"/>
              <a:t>» -&gt; «</a:t>
            </a:r>
            <a:r>
              <a:rPr lang="nb-NO" sz="2400" b="1" dirty="0" err="1"/>
              <a:t>Fill</a:t>
            </a:r>
            <a:r>
              <a:rPr lang="nb-NO" sz="2400" b="1" dirty="0"/>
              <a:t>» </a:t>
            </a:r>
            <a:r>
              <a:rPr lang="nb-NO" sz="2400" dirty="0"/>
              <a:t>to </a:t>
            </a:r>
            <a:r>
              <a:rPr lang="nb-NO" sz="2400" dirty="0" err="1"/>
              <a:t>change</a:t>
            </a:r>
            <a:r>
              <a:rPr lang="nb-NO" sz="2400" dirty="0"/>
              <a:t> </a:t>
            </a:r>
            <a:r>
              <a:rPr lang="nb-NO" sz="2400" dirty="0" err="1"/>
              <a:t>background</a:t>
            </a:r>
            <a:r>
              <a:rPr lang="nb-NO" sz="2400" dirty="0"/>
              <a:t> </a:t>
            </a:r>
            <a:r>
              <a:rPr lang="nb-NO" sz="2400" dirty="0" err="1"/>
              <a:t>photo</a:t>
            </a:r>
            <a:endParaRPr lang="nb-NO" sz="2400" dirty="0"/>
          </a:p>
        </p:txBody>
      </p:sp>
    </p:spTree>
    <p:extLst>
      <p:ext uri="{BB962C8B-B14F-4D97-AF65-F5344CB8AC3E}">
        <p14:creationId xmlns:p14="http://schemas.microsoft.com/office/powerpoint/2010/main" val="3289988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itle slide #7">
    <p:bg>
      <p:bgPr>
        <a:blipFill>
          <a:blip r:embed="rId3"/>
          <a:stretch>
            <a:fillRect/>
          </a:stretch>
        </a:blipFill>
        <a:effectLst/>
      </p:bgPr>
    </p:bg>
    <p:spTree>
      <p:nvGrpSpPr>
        <p:cNvPr id="1" name=""/>
        <p:cNvGrpSpPr/>
        <p:nvPr/>
      </p:nvGrpSpPr>
      <p:grpSpPr>
        <a:xfrm>
          <a:off x="0" y="0"/>
          <a:ext cx="0" cy="0"/>
          <a:chOff x="0" y="0"/>
          <a:chExt cx="0" cy="0"/>
        </a:xfrm>
      </p:grpSpPr>
      <p:graphicFrame>
        <p:nvGraphicFramePr>
          <p:cNvPr id="17" name="think-cell data - do not delete" hidden="1">
            <a:extLst>
              <a:ext uri="{FF2B5EF4-FFF2-40B4-BE49-F238E27FC236}">
                <a16:creationId xmlns:a16="http://schemas.microsoft.com/office/drawing/2014/main" id="{3CE68DC4-ACD2-C060-2B42-CF12D21FBA27}"/>
              </a:ext>
            </a:extLst>
          </p:cNvPr>
          <p:cNvGraphicFramePr>
            <a:graphicFrameLocks noChangeAspect="1"/>
          </p:cNvGraphicFramePr>
          <p:nvPr userDrawn="1">
            <p:custDataLst>
              <p:tags r:id="rId1"/>
            </p:custDataLst>
            <p:extLst>
              <p:ext uri="{D42A27DB-BD31-4B8C-83A1-F6EECF244321}">
                <p14:modId xmlns:p14="http://schemas.microsoft.com/office/powerpoint/2010/main" val="545216982"/>
              </p:ext>
            </p:extLst>
          </p:nvPr>
        </p:nvGraphicFramePr>
        <p:xfrm>
          <a:off x="2118" y="2118"/>
          <a:ext cx="2117" cy="2117"/>
        </p:xfrm>
        <a:graphic>
          <a:graphicData uri="http://schemas.openxmlformats.org/presentationml/2006/ole">
            <mc:AlternateContent xmlns:mc="http://schemas.openxmlformats.org/markup-compatibility/2006">
              <mc:Choice xmlns:v="urn:schemas-microsoft-com:vml" Requires="v">
                <p:oleObj name="think-cell Slide" r:id="rId4" imgW="408" imgH="408" progId="TCLayout.ActiveDocument.1">
                  <p:embed/>
                </p:oleObj>
              </mc:Choice>
              <mc:Fallback>
                <p:oleObj name="think-cell Slide" r:id="rId4" imgW="408" imgH="408" progId="TCLayout.ActiveDocument.1">
                  <p:embed/>
                  <p:pic>
                    <p:nvPicPr>
                      <p:cNvPr id="17" name="think-cell data - do not delete" hidden="1">
                        <a:extLst>
                          <a:ext uri="{FF2B5EF4-FFF2-40B4-BE49-F238E27FC236}">
                            <a16:creationId xmlns:a16="http://schemas.microsoft.com/office/drawing/2014/main" id="{3CE68DC4-ACD2-C060-2B42-CF12D21FBA27}"/>
                          </a:ext>
                        </a:extLst>
                      </p:cNvPr>
                      <p:cNvPicPr/>
                      <p:nvPr/>
                    </p:nvPicPr>
                    <p:blipFill>
                      <a:blip r:embed="rId5"/>
                      <a:stretch>
                        <a:fillRect/>
                      </a:stretch>
                    </p:blipFill>
                    <p:spPr>
                      <a:xfrm>
                        <a:off x="2118" y="2118"/>
                        <a:ext cx="2117" cy="2117"/>
                      </a:xfrm>
                      <a:prstGeom prst="rect">
                        <a:avLst/>
                      </a:prstGeom>
                    </p:spPr>
                  </p:pic>
                </p:oleObj>
              </mc:Fallback>
            </mc:AlternateContent>
          </a:graphicData>
        </a:graphic>
      </p:graphicFrame>
      <p:sp>
        <p:nvSpPr>
          <p:cNvPr id="11" name="Rektangel 10">
            <a:extLst>
              <a:ext uri="{FF2B5EF4-FFF2-40B4-BE49-F238E27FC236}">
                <a16:creationId xmlns:a16="http://schemas.microsoft.com/office/drawing/2014/main" id="{CEDECAE9-FC10-5257-B226-28F52CFDC6D2}"/>
              </a:ext>
            </a:extLst>
          </p:cNvPr>
          <p:cNvSpPr/>
          <p:nvPr/>
        </p:nvSpPr>
        <p:spPr>
          <a:xfrm rot="5400000">
            <a:off x="1380000" y="-1380000"/>
            <a:ext cx="6859200" cy="9619200"/>
          </a:xfrm>
          <a:prstGeom prst="rect">
            <a:avLst/>
          </a:prstGeom>
          <a:gradFill>
            <a:gsLst>
              <a:gs pos="0">
                <a:schemeClr val="tx1">
                  <a:alpha val="0"/>
                </a:schemeClr>
              </a:gs>
              <a:gs pos="99000">
                <a:schemeClr val="tx1">
                  <a:alpha val="49841"/>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vert="horz" lIns="121920" tIns="60960" rIns="121920" bIns="60960" rtlCol="0" anchor="ctr">
            <a:normAutofit/>
          </a:bodyPr>
          <a:lstStyle/>
          <a:p>
            <a:pPr lvl="0" indent="0" algn="ctr">
              <a:lnSpc>
                <a:spcPct val="110000"/>
              </a:lnSpc>
              <a:spcBef>
                <a:spcPts val="0"/>
              </a:spcBef>
              <a:buFont typeface="Arial" panose="020B0604020202020204" pitchFamily="34" charset="0"/>
              <a:buNone/>
            </a:pPr>
            <a:endParaRPr lang="nb-NO" sz="133" dirty="0"/>
          </a:p>
        </p:txBody>
      </p:sp>
      <p:sp>
        <p:nvSpPr>
          <p:cNvPr id="8" name="Plassholder for dato 3">
            <a:extLst>
              <a:ext uri="{FF2B5EF4-FFF2-40B4-BE49-F238E27FC236}">
                <a16:creationId xmlns:a16="http://schemas.microsoft.com/office/drawing/2014/main" id="{0AE497B3-F9C6-0E2C-CB81-7F47015F4305}"/>
              </a:ext>
            </a:extLst>
          </p:cNvPr>
          <p:cNvSpPr>
            <a:spLocks noGrp="1"/>
          </p:cNvSpPr>
          <p:nvPr>
            <p:ph type="dt" sz="half" idx="10"/>
          </p:nvPr>
        </p:nvSpPr>
        <p:spPr>
          <a:xfrm>
            <a:off x="0" y="-257041"/>
            <a:ext cx="0" cy="204543"/>
          </a:xfrm>
          <a:prstGeom prst="rect">
            <a:avLst/>
          </a:prstGeom>
        </p:spPr>
        <p:txBody>
          <a:bodyPr/>
          <a:lstStyle/>
          <a:p>
            <a:fld id="{20E1480F-2543-43D1-9570-AB7CDB9C541A}" type="datetime1">
              <a:rPr lang="nb-NO" smtClean="0"/>
              <a:t>06.01.2025</a:t>
            </a:fld>
            <a:endParaRPr lang="nb-NO" dirty="0"/>
          </a:p>
        </p:txBody>
      </p:sp>
      <p:sp>
        <p:nvSpPr>
          <p:cNvPr id="10" name="Plassholder for bunntekst 4">
            <a:extLst>
              <a:ext uri="{FF2B5EF4-FFF2-40B4-BE49-F238E27FC236}">
                <a16:creationId xmlns:a16="http://schemas.microsoft.com/office/drawing/2014/main" id="{7C45857F-9C70-0FF8-D8C1-AAC06F818DAD}"/>
              </a:ext>
            </a:extLst>
          </p:cNvPr>
          <p:cNvSpPr>
            <a:spLocks noGrp="1"/>
          </p:cNvSpPr>
          <p:nvPr>
            <p:ph type="ftr" sz="quarter" idx="11"/>
          </p:nvPr>
        </p:nvSpPr>
        <p:spPr>
          <a:xfrm>
            <a:off x="0" y="-165029"/>
            <a:ext cx="0" cy="0"/>
          </a:xfrm>
          <a:prstGeom prst="rect">
            <a:avLst/>
          </a:prstGeom>
        </p:spPr>
        <p:txBody>
          <a:bodyPr lIns="0" tIns="0" rIns="0" bIns="0"/>
          <a:lstStyle>
            <a:lvl1pPr>
              <a:defRPr sz="133"/>
            </a:lvl1pPr>
          </a:lstStyle>
          <a:p>
            <a:endParaRPr lang="nb-NO" dirty="0"/>
          </a:p>
        </p:txBody>
      </p:sp>
      <p:sp>
        <p:nvSpPr>
          <p:cNvPr id="4" name="TekstSylinder 12">
            <a:extLst>
              <a:ext uri="{FF2B5EF4-FFF2-40B4-BE49-F238E27FC236}">
                <a16:creationId xmlns:a16="http://schemas.microsoft.com/office/drawing/2014/main" id="{9E57F187-3F57-EC6B-37E1-82841498E5BC}"/>
              </a:ext>
            </a:extLst>
          </p:cNvPr>
          <p:cNvSpPr txBox="1"/>
          <p:nvPr/>
        </p:nvSpPr>
        <p:spPr>
          <a:xfrm>
            <a:off x="720001" y="6376202"/>
            <a:ext cx="6697724" cy="290401"/>
          </a:xfrm>
          <a:prstGeom prst="rect">
            <a:avLst/>
          </a:prstGeom>
          <a:noFill/>
        </p:spPr>
        <p:txBody>
          <a:bodyPr wrap="square" lIns="192000" rIns="192000" rtlCol="0">
            <a:spAutoFit/>
          </a:bodyPr>
          <a:lstStyle/>
          <a:p>
            <a:pPr>
              <a:lnSpc>
                <a:spcPct val="110000"/>
              </a:lnSpc>
            </a:pPr>
            <a:r>
              <a:rPr lang="en-GB" sz="600" b="1" i="0" kern="1200" spc="27" baseline="0" dirty="0">
                <a:solidFill>
                  <a:schemeClr val="bg1"/>
                </a:solidFill>
                <a:effectLst/>
                <a:latin typeface="Calibri" panose="020F0502020204030204" pitchFamily="34" charset="0"/>
                <a:ea typeface="+mn-ea"/>
                <a:cs typeface="Calibri" panose="020F0502020204030204" pitchFamily="34" charset="0"/>
              </a:rPr>
              <a:t>KONGSBERG PROPRIETARY:  </a:t>
            </a:r>
            <a:r>
              <a:rPr lang="en-GB" sz="600" b="0" i="0" kern="1200" spc="27" baseline="0" dirty="0">
                <a:solidFill>
                  <a:schemeClr val="bg1"/>
                </a:solidFill>
                <a:effectLst/>
                <a:latin typeface="Calibri" panose="020F0502020204030204" pitchFamily="34" charset="0"/>
                <a:ea typeface="+mn-ea"/>
                <a:cs typeface="Calibri" panose="020F0502020204030204" pitchFamily="34" charset="0"/>
              </a:rPr>
              <a:t>This document contains KONGSBERG information which is proprietary and confidential. Any disclosure, copying, distribution or use is prohibited if not otherwise explicitly agreed with KONGSBERG in writing. Any authorised reproduction in whole or in part, must include this legend. © 2024 KONGSBERG – All rights </a:t>
            </a:r>
            <a:r>
              <a:rPr lang="en-GB" sz="600" b="0" i="0" kern="1200" spc="27" baseline="0">
                <a:solidFill>
                  <a:schemeClr val="bg1"/>
                </a:solidFill>
                <a:effectLst/>
                <a:latin typeface="Calibri" panose="020F0502020204030204" pitchFamily="34" charset="0"/>
                <a:ea typeface="+mn-ea"/>
                <a:cs typeface="Calibri" panose="020F0502020204030204" pitchFamily="34" charset="0"/>
              </a:rPr>
              <a:t>reserved</a:t>
            </a:r>
            <a:r>
              <a:rPr lang="en-GB" sz="600" b="0" i="0" kern="1200">
                <a:solidFill>
                  <a:schemeClr val="bg1"/>
                </a:solidFill>
                <a:effectLst/>
                <a:latin typeface="Calibri" panose="020F0502020204030204" pitchFamily="34" charset="0"/>
                <a:ea typeface="+mn-ea"/>
                <a:cs typeface="Calibri" panose="020F0502020204030204" pitchFamily="34" charset="0"/>
              </a:rPr>
              <a:t>.</a:t>
            </a:r>
            <a:endParaRPr lang="nb-NO" sz="1200" dirty="0">
              <a:solidFill>
                <a:schemeClr val="bg1"/>
              </a:solidFill>
              <a:latin typeface="Calibri" panose="020F0502020204030204" pitchFamily="34" charset="0"/>
              <a:cs typeface="Calibri" panose="020F0502020204030204" pitchFamily="34" charset="0"/>
            </a:endParaRPr>
          </a:p>
        </p:txBody>
      </p:sp>
      <p:pic>
        <p:nvPicPr>
          <p:cNvPr id="12" name="Picture 1">
            <a:extLst>
              <a:ext uri="{FF2B5EF4-FFF2-40B4-BE49-F238E27FC236}">
                <a16:creationId xmlns:a16="http://schemas.microsoft.com/office/drawing/2014/main" id="{273C1A63-DD3B-4579-6C08-A1332BF070E1}"/>
              </a:ext>
            </a:extLst>
          </p:cNvPr>
          <p:cNvPicPr>
            <a:picLocks noChangeAspect="1"/>
          </p:cNvPicPr>
          <p:nvPr/>
        </p:nvPicPr>
        <p:blipFill>
          <a:blip r:embed="rId6" cstate="print">
            <a:extLst>
              <a:ext uri="{28A0092B-C50C-407E-A947-70E740481C1C}">
                <a14:useLocalDpi xmlns:a14="http://schemas.microsoft.com/office/drawing/2010/main"/>
              </a:ext>
            </a:extLst>
          </a:blip>
          <a:srcRect/>
          <a:stretch/>
        </p:blipFill>
        <p:spPr>
          <a:xfrm>
            <a:off x="10711580" y="361469"/>
            <a:ext cx="1051304" cy="1054376"/>
          </a:xfrm>
          <a:prstGeom prst="rect">
            <a:avLst/>
          </a:prstGeom>
        </p:spPr>
      </p:pic>
      <p:sp>
        <p:nvSpPr>
          <p:cNvPr id="3" name="Rektangel 10">
            <a:extLst>
              <a:ext uri="{FF2B5EF4-FFF2-40B4-BE49-F238E27FC236}">
                <a16:creationId xmlns:a16="http://schemas.microsoft.com/office/drawing/2014/main" id="{C09F5E8F-1B08-6D75-CAD9-2FBA41C8CD34}"/>
              </a:ext>
            </a:extLst>
          </p:cNvPr>
          <p:cNvSpPr/>
          <p:nvPr userDrawn="1"/>
        </p:nvSpPr>
        <p:spPr>
          <a:xfrm rot="5400000">
            <a:off x="1380000" y="-1380000"/>
            <a:ext cx="6859200" cy="9619200"/>
          </a:xfrm>
          <a:prstGeom prst="rect">
            <a:avLst/>
          </a:prstGeom>
          <a:gradFill>
            <a:gsLst>
              <a:gs pos="0">
                <a:schemeClr val="tx1">
                  <a:alpha val="0"/>
                </a:schemeClr>
              </a:gs>
              <a:gs pos="99000">
                <a:schemeClr val="tx1">
                  <a:alpha val="49841"/>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vert="horz" lIns="121920" tIns="60960" rIns="121920" bIns="60960" rtlCol="0" anchor="ctr">
            <a:normAutofit/>
          </a:bodyPr>
          <a:lstStyle/>
          <a:p>
            <a:pPr lvl="0" indent="0" algn="ctr">
              <a:lnSpc>
                <a:spcPct val="110000"/>
              </a:lnSpc>
              <a:spcBef>
                <a:spcPts val="0"/>
              </a:spcBef>
              <a:buFont typeface="Arial" panose="020B0604020202020204" pitchFamily="34" charset="0"/>
              <a:buNone/>
            </a:pPr>
            <a:endParaRPr lang="nb-NO" sz="133" dirty="0"/>
          </a:p>
        </p:txBody>
      </p:sp>
      <p:sp>
        <p:nvSpPr>
          <p:cNvPr id="13" name="Undertittel 2">
            <a:extLst>
              <a:ext uri="{FF2B5EF4-FFF2-40B4-BE49-F238E27FC236}">
                <a16:creationId xmlns:a16="http://schemas.microsoft.com/office/drawing/2014/main" id="{384F025F-44F0-25C3-6ECC-8DAD0F06614C}"/>
              </a:ext>
            </a:extLst>
          </p:cNvPr>
          <p:cNvSpPr>
            <a:spLocks noGrp="1"/>
          </p:cNvSpPr>
          <p:nvPr>
            <p:ph type="subTitle" idx="1"/>
          </p:nvPr>
        </p:nvSpPr>
        <p:spPr>
          <a:xfrm>
            <a:off x="720000" y="4289114"/>
            <a:ext cx="6106693" cy="451405"/>
          </a:xfrm>
        </p:spPr>
        <p:txBody>
          <a:bodyPr>
            <a:normAutofit/>
          </a:bodyPr>
          <a:lstStyle>
            <a:lvl1pPr marL="0" indent="0" algn="l">
              <a:lnSpc>
                <a:spcPct val="100000"/>
              </a:lnSpc>
              <a:buNone/>
              <a:defRPr sz="2133">
                <a:solidFill>
                  <a:schemeClr val="lt1"/>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endParaRPr lang="nb-NO" dirty="0"/>
          </a:p>
        </p:txBody>
      </p:sp>
      <p:sp>
        <p:nvSpPr>
          <p:cNvPr id="16" name="Tittel 1">
            <a:extLst>
              <a:ext uri="{FF2B5EF4-FFF2-40B4-BE49-F238E27FC236}">
                <a16:creationId xmlns:a16="http://schemas.microsoft.com/office/drawing/2014/main" id="{AE01B60E-C591-673B-9D8E-8E7B59C0E4CD}"/>
              </a:ext>
            </a:extLst>
          </p:cNvPr>
          <p:cNvSpPr>
            <a:spLocks noGrp="1"/>
          </p:cNvSpPr>
          <p:nvPr>
            <p:ph type="ctrTitle"/>
          </p:nvPr>
        </p:nvSpPr>
        <p:spPr>
          <a:xfrm>
            <a:off x="720001" y="1415846"/>
            <a:ext cx="6470316" cy="2782300"/>
          </a:xfrm>
        </p:spPr>
        <p:txBody>
          <a:bodyPr vert="horz" anchor="t">
            <a:normAutofit/>
          </a:bodyPr>
          <a:lstStyle>
            <a:lvl1pPr algn="l">
              <a:lnSpc>
                <a:spcPct val="90000"/>
              </a:lnSpc>
              <a:defRPr sz="6400">
                <a:solidFill>
                  <a:schemeClr val="lt1"/>
                </a:solidFill>
              </a:defRPr>
            </a:lvl1pPr>
          </a:lstStyle>
          <a:p>
            <a:r>
              <a:rPr lang="en-US"/>
              <a:t>Click to edit Master title style</a:t>
            </a:r>
            <a:endParaRPr lang="nb-NO" dirty="0"/>
          </a:p>
        </p:txBody>
      </p:sp>
      <p:sp>
        <p:nvSpPr>
          <p:cNvPr id="6" name="TekstSylinder 5">
            <a:extLst>
              <a:ext uri="{FF2B5EF4-FFF2-40B4-BE49-F238E27FC236}">
                <a16:creationId xmlns:a16="http://schemas.microsoft.com/office/drawing/2014/main" id="{8AF5FECC-9AA8-02F4-9C00-ED62F482BC49}"/>
              </a:ext>
            </a:extLst>
          </p:cNvPr>
          <p:cNvSpPr txBox="1"/>
          <p:nvPr userDrawn="1"/>
        </p:nvSpPr>
        <p:spPr>
          <a:xfrm>
            <a:off x="0" y="-867881"/>
            <a:ext cx="7294109" cy="830997"/>
          </a:xfrm>
          <a:prstGeom prst="rect">
            <a:avLst/>
          </a:prstGeom>
          <a:solidFill>
            <a:schemeClr val="accent1"/>
          </a:solidFill>
        </p:spPr>
        <p:txBody>
          <a:bodyPr wrap="square" rtlCol="0">
            <a:spAutoFit/>
          </a:bodyPr>
          <a:lstStyle/>
          <a:p>
            <a:r>
              <a:rPr lang="nb-NO" sz="2400" dirty="0"/>
              <a:t>Right click </a:t>
            </a:r>
            <a:r>
              <a:rPr lang="nb-NO" sz="2400" dirty="0" err="1"/>
              <a:t>here</a:t>
            </a:r>
            <a:r>
              <a:rPr lang="nb-NO" sz="2400" dirty="0"/>
              <a:t> and </a:t>
            </a:r>
            <a:r>
              <a:rPr lang="nb-NO" sz="2400" dirty="0" err="1"/>
              <a:t>select</a:t>
            </a:r>
            <a:r>
              <a:rPr lang="nb-NO" sz="2400" dirty="0"/>
              <a:t> </a:t>
            </a:r>
            <a:r>
              <a:rPr lang="nb-NO" sz="2400" b="1" dirty="0"/>
              <a:t>«Format </a:t>
            </a:r>
            <a:r>
              <a:rPr lang="nb-NO" sz="2400" b="1" dirty="0" err="1"/>
              <a:t>Background</a:t>
            </a:r>
            <a:r>
              <a:rPr lang="nb-NO" sz="2400" b="1" dirty="0"/>
              <a:t>» -&gt; «</a:t>
            </a:r>
            <a:r>
              <a:rPr lang="nb-NO" sz="2400" b="1" dirty="0" err="1"/>
              <a:t>Fill</a:t>
            </a:r>
            <a:r>
              <a:rPr lang="nb-NO" sz="2400" b="1" dirty="0"/>
              <a:t>» </a:t>
            </a:r>
            <a:r>
              <a:rPr lang="nb-NO" sz="2400" dirty="0"/>
              <a:t>to </a:t>
            </a:r>
            <a:r>
              <a:rPr lang="nb-NO" sz="2400" dirty="0" err="1"/>
              <a:t>change</a:t>
            </a:r>
            <a:r>
              <a:rPr lang="nb-NO" sz="2400" dirty="0"/>
              <a:t> </a:t>
            </a:r>
            <a:r>
              <a:rPr lang="nb-NO" sz="2400" dirty="0" err="1"/>
              <a:t>background</a:t>
            </a:r>
            <a:r>
              <a:rPr lang="nb-NO" sz="2400" dirty="0"/>
              <a:t> </a:t>
            </a:r>
            <a:r>
              <a:rPr lang="nb-NO" sz="2400" dirty="0" err="1"/>
              <a:t>photo</a:t>
            </a:r>
            <a:endParaRPr lang="nb-NO" sz="2400" dirty="0"/>
          </a:p>
        </p:txBody>
      </p:sp>
    </p:spTree>
    <p:extLst>
      <p:ext uri="{BB962C8B-B14F-4D97-AF65-F5344CB8AC3E}">
        <p14:creationId xmlns:p14="http://schemas.microsoft.com/office/powerpoint/2010/main" val="19345162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PPP Cover page #1">
    <p:spTree>
      <p:nvGrpSpPr>
        <p:cNvPr id="1" name=""/>
        <p:cNvGrpSpPr/>
        <p:nvPr/>
      </p:nvGrpSpPr>
      <p:grpSpPr>
        <a:xfrm>
          <a:off x="0" y="0"/>
          <a:ext cx="0" cy="0"/>
          <a:chOff x="0" y="0"/>
          <a:chExt cx="0" cy="0"/>
        </a:xfrm>
      </p:grpSpPr>
      <p:pic>
        <p:nvPicPr>
          <p:cNvPr id="20" name="Picture 2">
            <a:extLst>
              <a:ext uri="{FF2B5EF4-FFF2-40B4-BE49-F238E27FC236}">
                <a16:creationId xmlns:a16="http://schemas.microsoft.com/office/drawing/2014/main" id="{7B89C925-4939-4A9D-F588-84B1B1BB2433}"/>
              </a:ext>
            </a:extLst>
          </p:cNvPr>
          <p:cNvPicPr>
            <a:picLocks noChangeAspect="1" noChangeArrowheads="1"/>
          </p:cNvPicPr>
          <p:nvPr userDrawn="1"/>
        </p:nvPicPr>
        <p:blipFill rotWithShape="1">
          <a:blip r:embed="rId2" cstate="print">
            <a:extLst>
              <a:ext uri="{28A0092B-C50C-407E-A947-70E740481C1C}">
                <a14:useLocalDpi xmlns:a14="http://schemas.microsoft.com/office/drawing/2010/main"/>
              </a:ext>
            </a:extLst>
          </a:blip>
          <a:srcRect t="1781" b="13707"/>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1" name="Rectangle 20">
            <a:extLst>
              <a:ext uri="{FF2B5EF4-FFF2-40B4-BE49-F238E27FC236}">
                <a16:creationId xmlns:a16="http://schemas.microsoft.com/office/drawing/2014/main" id="{85923F24-B99E-8615-0E25-7DE071F48EC3}"/>
              </a:ext>
            </a:extLst>
          </p:cNvPr>
          <p:cNvSpPr/>
          <p:nvPr userDrawn="1"/>
        </p:nvSpPr>
        <p:spPr>
          <a:xfrm rot="5400000">
            <a:off x="1380067" y="-1380067"/>
            <a:ext cx="6858000" cy="9618133"/>
          </a:xfrm>
          <a:prstGeom prst="rect">
            <a:avLst/>
          </a:prstGeom>
          <a:gradFill>
            <a:gsLst>
              <a:gs pos="0">
                <a:schemeClr val="tx1">
                  <a:alpha val="0"/>
                </a:schemeClr>
              </a:gs>
              <a:gs pos="99000">
                <a:schemeClr val="tx1">
                  <a:alpha val="49841"/>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sz="2400" dirty="0"/>
          </a:p>
        </p:txBody>
      </p:sp>
      <p:sp>
        <p:nvSpPr>
          <p:cNvPr id="22" name="TextBox 12">
            <a:extLst>
              <a:ext uri="{FF2B5EF4-FFF2-40B4-BE49-F238E27FC236}">
                <a16:creationId xmlns:a16="http://schemas.microsoft.com/office/drawing/2014/main" id="{1705B68B-8278-5131-C8FA-3606ACA37C4F}"/>
              </a:ext>
            </a:extLst>
          </p:cNvPr>
          <p:cNvSpPr txBox="1"/>
          <p:nvPr userDrawn="1"/>
        </p:nvSpPr>
        <p:spPr>
          <a:xfrm>
            <a:off x="720001" y="1686152"/>
            <a:ext cx="6470316" cy="2972930"/>
          </a:xfrm>
          <a:prstGeom prst="rect">
            <a:avLst/>
          </a:prstGeom>
          <a:noFill/>
        </p:spPr>
        <p:txBody>
          <a:bodyPr wrap="square" rtlCol="0">
            <a:spAutoFit/>
          </a:bodyPr>
          <a:lstStyle/>
          <a:p>
            <a:pPr>
              <a:lnSpc>
                <a:spcPct val="90000"/>
              </a:lnSpc>
            </a:pPr>
            <a:r>
              <a:rPr lang="nb-NO" sz="6933" b="1">
                <a:solidFill>
                  <a:schemeClr val="bg1"/>
                </a:solidFill>
                <a:latin typeface="Calibri" panose="020F0502020204030204" pitchFamily="34" charset="0"/>
                <a:cs typeface="Calibri" panose="020F0502020204030204" pitchFamily="34" charset="0"/>
              </a:rPr>
              <a:t>Pro</a:t>
            </a:r>
            <a:r>
              <a:rPr lang="nb-NO" sz="6933" b="1">
                <a:solidFill>
                  <a:schemeClr val="accent5"/>
                </a:solidFill>
                <a:latin typeface="Calibri" panose="020F0502020204030204" pitchFamily="34" charset="0"/>
                <a:cs typeface="Calibri" panose="020F0502020204030204" pitchFamily="34" charset="0"/>
              </a:rPr>
              <a:t>tech</a:t>
            </a:r>
            <a:r>
              <a:rPr lang="nb-NO" sz="6933" b="1">
                <a:solidFill>
                  <a:schemeClr val="bg1"/>
                </a:solidFill>
                <a:latin typeface="Calibri" panose="020F0502020204030204" pitchFamily="34" charset="0"/>
                <a:cs typeface="Calibri" panose="020F0502020204030204" pitchFamily="34" charset="0"/>
              </a:rPr>
              <a:t>ting</a:t>
            </a:r>
          </a:p>
          <a:p>
            <a:pPr>
              <a:lnSpc>
                <a:spcPct val="90000"/>
              </a:lnSpc>
            </a:pPr>
            <a:r>
              <a:rPr lang="nb-NO" sz="6933" b="1">
                <a:solidFill>
                  <a:schemeClr val="bg1"/>
                </a:solidFill>
                <a:latin typeface="Calibri" panose="020F0502020204030204" pitchFamily="34" charset="0"/>
                <a:cs typeface="Calibri" panose="020F0502020204030204" pitchFamily="34" charset="0"/>
              </a:rPr>
              <a:t>people</a:t>
            </a:r>
          </a:p>
          <a:p>
            <a:pPr>
              <a:lnSpc>
                <a:spcPct val="90000"/>
              </a:lnSpc>
            </a:pPr>
            <a:r>
              <a:rPr lang="nb-NO" sz="6933" b="1">
                <a:solidFill>
                  <a:schemeClr val="bg1"/>
                </a:solidFill>
                <a:latin typeface="Calibri" panose="020F0502020204030204" pitchFamily="34" charset="0"/>
                <a:cs typeface="Calibri" panose="020F0502020204030204" pitchFamily="34" charset="0"/>
              </a:rPr>
              <a:t>and planet</a:t>
            </a:r>
            <a:endParaRPr lang="nb-NO" sz="6933" b="1" dirty="0">
              <a:solidFill>
                <a:schemeClr val="bg1"/>
              </a:solidFill>
              <a:latin typeface="Calibri" panose="020F0502020204030204" pitchFamily="34" charset="0"/>
              <a:cs typeface="Calibri" panose="020F0502020204030204" pitchFamily="34" charset="0"/>
            </a:endParaRPr>
          </a:p>
        </p:txBody>
      </p:sp>
      <p:sp>
        <p:nvSpPr>
          <p:cNvPr id="23" name="TekstSylinder 12">
            <a:extLst>
              <a:ext uri="{FF2B5EF4-FFF2-40B4-BE49-F238E27FC236}">
                <a16:creationId xmlns:a16="http://schemas.microsoft.com/office/drawing/2014/main" id="{CC7A8675-1ED0-6001-7ECD-A87113B9DF0F}"/>
              </a:ext>
            </a:extLst>
          </p:cNvPr>
          <p:cNvSpPr txBox="1"/>
          <p:nvPr userDrawn="1"/>
        </p:nvSpPr>
        <p:spPr>
          <a:xfrm>
            <a:off x="720001" y="6376202"/>
            <a:ext cx="6697724" cy="290401"/>
          </a:xfrm>
          <a:prstGeom prst="rect">
            <a:avLst/>
          </a:prstGeom>
          <a:noFill/>
        </p:spPr>
        <p:txBody>
          <a:bodyPr wrap="square" lIns="192000" rIns="192000" rtlCol="0">
            <a:spAutoFit/>
          </a:bodyPr>
          <a:lstStyle/>
          <a:p>
            <a:pPr>
              <a:lnSpc>
                <a:spcPct val="110000"/>
              </a:lnSpc>
            </a:pPr>
            <a:r>
              <a:rPr lang="en-GB" sz="600" b="1" i="0" kern="1200" spc="27" baseline="0" dirty="0">
                <a:solidFill>
                  <a:schemeClr val="bg1"/>
                </a:solidFill>
                <a:effectLst/>
                <a:latin typeface="Calibri" panose="020F0502020204030204" pitchFamily="34" charset="0"/>
                <a:ea typeface="+mn-ea"/>
                <a:cs typeface="Calibri" panose="020F0502020204030204" pitchFamily="34" charset="0"/>
              </a:rPr>
              <a:t>KONGSBERG PROPRIETARY:  </a:t>
            </a:r>
            <a:r>
              <a:rPr lang="en-GB" sz="600" b="0" i="0" kern="1200" spc="27" baseline="0" dirty="0">
                <a:solidFill>
                  <a:schemeClr val="bg1"/>
                </a:solidFill>
                <a:effectLst/>
                <a:latin typeface="Calibri" panose="020F0502020204030204" pitchFamily="34" charset="0"/>
                <a:ea typeface="+mn-ea"/>
                <a:cs typeface="Calibri" panose="020F0502020204030204" pitchFamily="34" charset="0"/>
              </a:rPr>
              <a:t>This document contains KONGSBERG information which is proprietary and confidential. Any disclosure, copying, distribution or use is prohibited if not otherwise explicitly agreed with KONGSBERG in writing. Any authorised reproduction in whole or in part, must include this legend. © 2024 KONGSBERG – All rights </a:t>
            </a:r>
            <a:r>
              <a:rPr lang="en-GB" sz="600" b="0" i="0" kern="1200" spc="27" baseline="0">
                <a:solidFill>
                  <a:schemeClr val="bg1"/>
                </a:solidFill>
                <a:effectLst/>
                <a:latin typeface="Calibri" panose="020F0502020204030204" pitchFamily="34" charset="0"/>
                <a:ea typeface="+mn-ea"/>
                <a:cs typeface="Calibri" panose="020F0502020204030204" pitchFamily="34" charset="0"/>
              </a:rPr>
              <a:t>reserved</a:t>
            </a:r>
            <a:r>
              <a:rPr lang="en-GB" sz="600" b="0" i="0" kern="1200">
                <a:solidFill>
                  <a:schemeClr val="bg1"/>
                </a:solidFill>
                <a:effectLst/>
                <a:latin typeface="Calibri" panose="020F0502020204030204" pitchFamily="34" charset="0"/>
                <a:ea typeface="+mn-ea"/>
                <a:cs typeface="Calibri" panose="020F0502020204030204" pitchFamily="34" charset="0"/>
              </a:rPr>
              <a:t>.</a:t>
            </a:r>
            <a:endParaRPr lang="nb-NO" sz="1200" dirty="0">
              <a:solidFill>
                <a:schemeClr val="bg1"/>
              </a:solidFill>
              <a:latin typeface="Calibri" panose="020F0502020204030204" pitchFamily="34" charset="0"/>
              <a:cs typeface="Calibri" panose="020F0502020204030204" pitchFamily="34" charset="0"/>
            </a:endParaRPr>
          </a:p>
        </p:txBody>
      </p:sp>
      <p:pic>
        <p:nvPicPr>
          <p:cNvPr id="24" name="Picture 1">
            <a:extLst>
              <a:ext uri="{FF2B5EF4-FFF2-40B4-BE49-F238E27FC236}">
                <a16:creationId xmlns:a16="http://schemas.microsoft.com/office/drawing/2014/main" id="{E1899691-45C8-1293-F890-ACB57A5C6757}"/>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10711580" y="361469"/>
            <a:ext cx="1051304" cy="1054376"/>
          </a:xfrm>
          <a:prstGeom prst="rect">
            <a:avLst/>
          </a:prstGeom>
        </p:spPr>
      </p:pic>
    </p:spTree>
    <p:extLst>
      <p:ext uri="{BB962C8B-B14F-4D97-AF65-F5344CB8AC3E}">
        <p14:creationId xmlns:p14="http://schemas.microsoft.com/office/powerpoint/2010/main" val="24274886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1_PPP Cover page #1">
    <p:spTree>
      <p:nvGrpSpPr>
        <p:cNvPr id="1" name=""/>
        <p:cNvGrpSpPr/>
        <p:nvPr/>
      </p:nvGrpSpPr>
      <p:grpSpPr>
        <a:xfrm>
          <a:off x="0" y="0"/>
          <a:ext cx="0" cy="0"/>
          <a:chOff x="0" y="0"/>
          <a:chExt cx="0" cy="0"/>
        </a:xfrm>
      </p:grpSpPr>
      <p:pic>
        <p:nvPicPr>
          <p:cNvPr id="15" name="Picture 2">
            <a:extLst>
              <a:ext uri="{FF2B5EF4-FFF2-40B4-BE49-F238E27FC236}">
                <a16:creationId xmlns:a16="http://schemas.microsoft.com/office/drawing/2014/main" id="{24DA2F51-ACA2-EF7E-31D6-BC08F8167462}"/>
              </a:ext>
            </a:extLst>
          </p:cNvPr>
          <p:cNvPicPr>
            <a:picLocks noChangeAspect="1" noChangeArrowheads="1"/>
          </p:cNvPicPr>
          <p:nvPr userDrawn="1"/>
        </p:nvPicPr>
        <p:blipFill rotWithShape="1">
          <a:blip r:embed="rId2" cstate="print">
            <a:extLst>
              <a:ext uri="{28A0092B-C50C-407E-A947-70E740481C1C}">
                <a14:useLocalDpi xmlns:a14="http://schemas.microsoft.com/office/drawing/2010/main"/>
              </a:ext>
            </a:extLst>
          </a:blip>
          <a:srcRect t="901" b="2429"/>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16" name="Rectangle 20">
            <a:extLst>
              <a:ext uri="{FF2B5EF4-FFF2-40B4-BE49-F238E27FC236}">
                <a16:creationId xmlns:a16="http://schemas.microsoft.com/office/drawing/2014/main" id="{6B357F85-4CFE-C73E-ED2C-EB21372DBAD0}"/>
              </a:ext>
            </a:extLst>
          </p:cNvPr>
          <p:cNvSpPr/>
          <p:nvPr userDrawn="1"/>
        </p:nvSpPr>
        <p:spPr>
          <a:xfrm rot="5400000">
            <a:off x="1380067" y="-1380067"/>
            <a:ext cx="6858000" cy="9618133"/>
          </a:xfrm>
          <a:prstGeom prst="rect">
            <a:avLst/>
          </a:prstGeom>
          <a:gradFill>
            <a:gsLst>
              <a:gs pos="0">
                <a:schemeClr val="tx1">
                  <a:alpha val="0"/>
                </a:schemeClr>
              </a:gs>
              <a:gs pos="99000">
                <a:schemeClr val="tx1">
                  <a:alpha val="49841"/>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sz="2400" dirty="0"/>
          </a:p>
        </p:txBody>
      </p:sp>
      <p:sp>
        <p:nvSpPr>
          <p:cNvPr id="17" name="TextBox 12">
            <a:extLst>
              <a:ext uri="{FF2B5EF4-FFF2-40B4-BE49-F238E27FC236}">
                <a16:creationId xmlns:a16="http://schemas.microsoft.com/office/drawing/2014/main" id="{E38F2427-5BFF-DCF5-7277-26478A35BAA8}"/>
              </a:ext>
            </a:extLst>
          </p:cNvPr>
          <p:cNvSpPr txBox="1"/>
          <p:nvPr userDrawn="1"/>
        </p:nvSpPr>
        <p:spPr>
          <a:xfrm>
            <a:off x="720001" y="1401891"/>
            <a:ext cx="6470316" cy="2972930"/>
          </a:xfrm>
          <a:prstGeom prst="rect">
            <a:avLst/>
          </a:prstGeom>
          <a:noFill/>
        </p:spPr>
        <p:txBody>
          <a:bodyPr wrap="square" rtlCol="0">
            <a:spAutoFit/>
          </a:bodyPr>
          <a:lstStyle/>
          <a:p>
            <a:pPr>
              <a:lnSpc>
                <a:spcPct val="90000"/>
              </a:lnSpc>
            </a:pPr>
            <a:r>
              <a:rPr lang="nb-NO" sz="6933" b="1">
                <a:solidFill>
                  <a:schemeClr val="bg1"/>
                </a:solidFill>
                <a:latin typeface="Calibri" panose="020F0502020204030204" pitchFamily="34" charset="0"/>
                <a:cs typeface="Calibri" panose="020F0502020204030204" pitchFamily="34" charset="0"/>
              </a:rPr>
              <a:t>Pro</a:t>
            </a:r>
            <a:r>
              <a:rPr lang="nb-NO" sz="6933" b="1">
                <a:solidFill>
                  <a:schemeClr val="accent5"/>
                </a:solidFill>
                <a:latin typeface="Calibri" panose="020F0502020204030204" pitchFamily="34" charset="0"/>
                <a:cs typeface="Calibri" panose="020F0502020204030204" pitchFamily="34" charset="0"/>
              </a:rPr>
              <a:t>tech</a:t>
            </a:r>
            <a:r>
              <a:rPr lang="nb-NO" sz="6933" b="1">
                <a:solidFill>
                  <a:schemeClr val="bg1"/>
                </a:solidFill>
                <a:latin typeface="Calibri" panose="020F0502020204030204" pitchFamily="34" charset="0"/>
                <a:cs typeface="Calibri" panose="020F0502020204030204" pitchFamily="34" charset="0"/>
              </a:rPr>
              <a:t>ting</a:t>
            </a:r>
          </a:p>
          <a:p>
            <a:pPr>
              <a:lnSpc>
                <a:spcPct val="90000"/>
              </a:lnSpc>
            </a:pPr>
            <a:r>
              <a:rPr lang="nb-NO" sz="6933" b="1">
                <a:solidFill>
                  <a:schemeClr val="bg1"/>
                </a:solidFill>
                <a:latin typeface="Calibri" panose="020F0502020204030204" pitchFamily="34" charset="0"/>
                <a:cs typeface="Calibri" panose="020F0502020204030204" pitchFamily="34" charset="0"/>
              </a:rPr>
              <a:t>people</a:t>
            </a:r>
          </a:p>
          <a:p>
            <a:pPr>
              <a:lnSpc>
                <a:spcPct val="90000"/>
              </a:lnSpc>
            </a:pPr>
            <a:r>
              <a:rPr lang="nb-NO" sz="6933" b="1">
                <a:solidFill>
                  <a:schemeClr val="bg1"/>
                </a:solidFill>
                <a:latin typeface="Calibri" panose="020F0502020204030204" pitchFamily="34" charset="0"/>
                <a:cs typeface="Calibri" panose="020F0502020204030204" pitchFamily="34" charset="0"/>
              </a:rPr>
              <a:t>and planet</a:t>
            </a:r>
            <a:endParaRPr lang="nb-NO" sz="6933" b="1" dirty="0">
              <a:solidFill>
                <a:schemeClr val="bg1"/>
              </a:solidFill>
              <a:latin typeface="Calibri" panose="020F0502020204030204" pitchFamily="34" charset="0"/>
              <a:cs typeface="Calibri" panose="020F0502020204030204" pitchFamily="34" charset="0"/>
            </a:endParaRPr>
          </a:p>
        </p:txBody>
      </p:sp>
      <p:sp>
        <p:nvSpPr>
          <p:cNvPr id="18" name="TekstSylinder 12">
            <a:extLst>
              <a:ext uri="{FF2B5EF4-FFF2-40B4-BE49-F238E27FC236}">
                <a16:creationId xmlns:a16="http://schemas.microsoft.com/office/drawing/2014/main" id="{192B29AE-049B-47EE-E9F5-9424956BE19E}"/>
              </a:ext>
            </a:extLst>
          </p:cNvPr>
          <p:cNvSpPr txBox="1"/>
          <p:nvPr userDrawn="1"/>
        </p:nvSpPr>
        <p:spPr>
          <a:xfrm>
            <a:off x="720001" y="6376202"/>
            <a:ext cx="6697724" cy="290401"/>
          </a:xfrm>
          <a:prstGeom prst="rect">
            <a:avLst/>
          </a:prstGeom>
          <a:noFill/>
        </p:spPr>
        <p:txBody>
          <a:bodyPr wrap="square" lIns="192000" rIns="192000" rtlCol="0">
            <a:spAutoFit/>
          </a:bodyPr>
          <a:lstStyle/>
          <a:p>
            <a:pPr>
              <a:lnSpc>
                <a:spcPct val="110000"/>
              </a:lnSpc>
            </a:pPr>
            <a:r>
              <a:rPr lang="en-GB" sz="600" b="1" i="0" kern="1200" spc="27" baseline="0" dirty="0">
                <a:solidFill>
                  <a:schemeClr val="bg1"/>
                </a:solidFill>
                <a:effectLst/>
                <a:latin typeface="Calibri" panose="020F0502020204030204" pitchFamily="34" charset="0"/>
                <a:ea typeface="+mn-ea"/>
                <a:cs typeface="Calibri" panose="020F0502020204030204" pitchFamily="34" charset="0"/>
              </a:rPr>
              <a:t>KONGSBERG PROPRIETARY:  </a:t>
            </a:r>
            <a:r>
              <a:rPr lang="en-GB" sz="600" b="0" i="0" kern="1200" spc="27" baseline="0" dirty="0">
                <a:solidFill>
                  <a:schemeClr val="bg1"/>
                </a:solidFill>
                <a:effectLst/>
                <a:latin typeface="Calibri" panose="020F0502020204030204" pitchFamily="34" charset="0"/>
                <a:ea typeface="+mn-ea"/>
                <a:cs typeface="Calibri" panose="020F0502020204030204" pitchFamily="34" charset="0"/>
              </a:rPr>
              <a:t>This document contains KONGSBERG information which is proprietary and confidential. Any disclosure, copying, distribution or use is prohibited if not otherwise explicitly agreed with KONGSBERG in writing. Any authorised reproduction in whole or in part, must include this legend. © 2024 KONGSBERG – All rights </a:t>
            </a:r>
            <a:r>
              <a:rPr lang="en-GB" sz="600" b="0" i="0" kern="1200" spc="27" baseline="0">
                <a:solidFill>
                  <a:schemeClr val="bg1"/>
                </a:solidFill>
                <a:effectLst/>
                <a:latin typeface="Calibri" panose="020F0502020204030204" pitchFamily="34" charset="0"/>
                <a:ea typeface="+mn-ea"/>
                <a:cs typeface="Calibri" panose="020F0502020204030204" pitchFamily="34" charset="0"/>
              </a:rPr>
              <a:t>reserved</a:t>
            </a:r>
            <a:r>
              <a:rPr lang="en-GB" sz="600" b="0" i="0" kern="1200">
                <a:solidFill>
                  <a:schemeClr val="bg1"/>
                </a:solidFill>
                <a:effectLst/>
                <a:latin typeface="Calibri" panose="020F0502020204030204" pitchFamily="34" charset="0"/>
                <a:ea typeface="+mn-ea"/>
                <a:cs typeface="Calibri" panose="020F0502020204030204" pitchFamily="34" charset="0"/>
              </a:rPr>
              <a:t>.</a:t>
            </a:r>
            <a:endParaRPr lang="nb-NO" sz="1200" dirty="0">
              <a:solidFill>
                <a:schemeClr val="bg1"/>
              </a:solidFill>
              <a:latin typeface="Calibri" panose="020F0502020204030204" pitchFamily="34" charset="0"/>
              <a:cs typeface="Calibri" panose="020F0502020204030204" pitchFamily="34" charset="0"/>
            </a:endParaRPr>
          </a:p>
        </p:txBody>
      </p:sp>
      <p:pic>
        <p:nvPicPr>
          <p:cNvPr id="19" name="Picture 1">
            <a:extLst>
              <a:ext uri="{FF2B5EF4-FFF2-40B4-BE49-F238E27FC236}">
                <a16:creationId xmlns:a16="http://schemas.microsoft.com/office/drawing/2014/main" id="{B542ECFE-EC43-1E5D-A6AE-38986FC5BC6B}"/>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10711580" y="361469"/>
            <a:ext cx="1051304" cy="1054376"/>
          </a:xfrm>
          <a:prstGeom prst="rect">
            <a:avLst/>
          </a:prstGeom>
        </p:spPr>
      </p:pic>
    </p:spTree>
    <p:extLst>
      <p:ext uri="{BB962C8B-B14F-4D97-AF65-F5344CB8AC3E}">
        <p14:creationId xmlns:p14="http://schemas.microsoft.com/office/powerpoint/2010/main" val="8982299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2_PPP Cover page #1">
    <p:spTree>
      <p:nvGrpSpPr>
        <p:cNvPr id="1" name=""/>
        <p:cNvGrpSpPr/>
        <p:nvPr/>
      </p:nvGrpSpPr>
      <p:grpSpPr>
        <a:xfrm>
          <a:off x="0" y="0"/>
          <a:ext cx="0" cy="0"/>
          <a:chOff x="0" y="0"/>
          <a:chExt cx="0" cy="0"/>
        </a:xfrm>
      </p:grpSpPr>
      <p:pic>
        <p:nvPicPr>
          <p:cNvPr id="15" name="Picture 2">
            <a:extLst>
              <a:ext uri="{FF2B5EF4-FFF2-40B4-BE49-F238E27FC236}">
                <a16:creationId xmlns:a16="http://schemas.microsoft.com/office/drawing/2014/main" id="{68FCD204-C8F8-CD06-85E8-07FC8894FB15}"/>
              </a:ext>
            </a:extLst>
          </p:cNvPr>
          <p:cNvPicPr>
            <a:picLocks noChangeAspect="1" noChangeArrowheads="1"/>
          </p:cNvPicPr>
          <p:nvPr userDrawn="1"/>
        </p:nvPicPr>
        <p:blipFill>
          <a:blip r:embed="rId2" cstate="print">
            <a:extLst>
              <a:ext uri="{28A0092B-C50C-407E-A947-70E740481C1C}">
                <a14:useLocalDpi xmlns:a14="http://schemas.microsoft.com/office/drawing/2010/main"/>
              </a:ext>
            </a:extLst>
          </a:blip>
          <a:srcRect t="7881" b="7881"/>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16" name="Rectangle 20">
            <a:extLst>
              <a:ext uri="{FF2B5EF4-FFF2-40B4-BE49-F238E27FC236}">
                <a16:creationId xmlns:a16="http://schemas.microsoft.com/office/drawing/2014/main" id="{C80DAFA1-2685-1594-BAB5-F5A2137FE14E}"/>
              </a:ext>
            </a:extLst>
          </p:cNvPr>
          <p:cNvSpPr/>
          <p:nvPr userDrawn="1"/>
        </p:nvSpPr>
        <p:spPr>
          <a:xfrm rot="5400000">
            <a:off x="1380067" y="-1380067"/>
            <a:ext cx="6858000" cy="9618133"/>
          </a:xfrm>
          <a:prstGeom prst="rect">
            <a:avLst/>
          </a:prstGeom>
          <a:gradFill>
            <a:gsLst>
              <a:gs pos="0">
                <a:schemeClr val="tx1">
                  <a:alpha val="0"/>
                </a:schemeClr>
              </a:gs>
              <a:gs pos="99000">
                <a:schemeClr val="tx1">
                  <a:alpha val="49841"/>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sz="2400" dirty="0"/>
          </a:p>
        </p:txBody>
      </p:sp>
      <p:sp>
        <p:nvSpPr>
          <p:cNvPr id="17" name="TextBox 12">
            <a:extLst>
              <a:ext uri="{FF2B5EF4-FFF2-40B4-BE49-F238E27FC236}">
                <a16:creationId xmlns:a16="http://schemas.microsoft.com/office/drawing/2014/main" id="{CB59EA2B-4C5F-5AB7-720D-9C731075E198}"/>
              </a:ext>
            </a:extLst>
          </p:cNvPr>
          <p:cNvSpPr txBox="1"/>
          <p:nvPr userDrawn="1"/>
        </p:nvSpPr>
        <p:spPr>
          <a:xfrm>
            <a:off x="720001" y="1686152"/>
            <a:ext cx="6470316" cy="2972930"/>
          </a:xfrm>
          <a:prstGeom prst="rect">
            <a:avLst/>
          </a:prstGeom>
          <a:noFill/>
        </p:spPr>
        <p:txBody>
          <a:bodyPr wrap="square" rtlCol="0">
            <a:spAutoFit/>
          </a:bodyPr>
          <a:lstStyle/>
          <a:p>
            <a:pPr>
              <a:lnSpc>
                <a:spcPct val="90000"/>
              </a:lnSpc>
            </a:pPr>
            <a:r>
              <a:rPr lang="nb-NO" sz="6933" b="1">
                <a:solidFill>
                  <a:schemeClr val="bg1"/>
                </a:solidFill>
                <a:latin typeface="Calibri" panose="020F0502020204030204" pitchFamily="34" charset="0"/>
                <a:cs typeface="Calibri" panose="020F0502020204030204" pitchFamily="34" charset="0"/>
              </a:rPr>
              <a:t>Pro</a:t>
            </a:r>
            <a:r>
              <a:rPr lang="nb-NO" sz="6933" b="1">
                <a:solidFill>
                  <a:schemeClr val="accent5"/>
                </a:solidFill>
                <a:latin typeface="Calibri" panose="020F0502020204030204" pitchFamily="34" charset="0"/>
                <a:cs typeface="Calibri" panose="020F0502020204030204" pitchFamily="34" charset="0"/>
              </a:rPr>
              <a:t>tech</a:t>
            </a:r>
            <a:r>
              <a:rPr lang="nb-NO" sz="6933" b="1">
                <a:solidFill>
                  <a:schemeClr val="bg1"/>
                </a:solidFill>
                <a:latin typeface="Calibri" panose="020F0502020204030204" pitchFamily="34" charset="0"/>
                <a:cs typeface="Calibri" panose="020F0502020204030204" pitchFamily="34" charset="0"/>
              </a:rPr>
              <a:t>ting</a:t>
            </a:r>
          </a:p>
          <a:p>
            <a:pPr>
              <a:lnSpc>
                <a:spcPct val="90000"/>
              </a:lnSpc>
            </a:pPr>
            <a:r>
              <a:rPr lang="nb-NO" sz="6933" b="1">
                <a:solidFill>
                  <a:schemeClr val="bg1"/>
                </a:solidFill>
                <a:latin typeface="Calibri" panose="020F0502020204030204" pitchFamily="34" charset="0"/>
                <a:cs typeface="Calibri" panose="020F0502020204030204" pitchFamily="34" charset="0"/>
              </a:rPr>
              <a:t>people</a:t>
            </a:r>
          </a:p>
          <a:p>
            <a:pPr>
              <a:lnSpc>
                <a:spcPct val="90000"/>
              </a:lnSpc>
            </a:pPr>
            <a:r>
              <a:rPr lang="nb-NO" sz="6933" b="1">
                <a:solidFill>
                  <a:schemeClr val="bg1"/>
                </a:solidFill>
                <a:latin typeface="Calibri" panose="020F0502020204030204" pitchFamily="34" charset="0"/>
                <a:cs typeface="Calibri" panose="020F0502020204030204" pitchFamily="34" charset="0"/>
              </a:rPr>
              <a:t>and planet</a:t>
            </a:r>
            <a:endParaRPr lang="nb-NO" sz="6933" b="1" dirty="0">
              <a:solidFill>
                <a:schemeClr val="bg1"/>
              </a:solidFill>
              <a:latin typeface="Calibri" panose="020F0502020204030204" pitchFamily="34" charset="0"/>
              <a:cs typeface="Calibri" panose="020F0502020204030204" pitchFamily="34" charset="0"/>
            </a:endParaRPr>
          </a:p>
        </p:txBody>
      </p:sp>
      <p:sp>
        <p:nvSpPr>
          <p:cNvPr id="18" name="TekstSylinder 12">
            <a:extLst>
              <a:ext uri="{FF2B5EF4-FFF2-40B4-BE49-F238E27FC236}">
                <a16:creationId xmlns:a16="http://schemas.microsoft.com/office/drawing/2014/main" id="{58E8D5DC-F611-D7E2-BBF8-095051C4DF21}"/>
              </a:ext>
            </a:extLst>
          </p:cNvPr>
          <p:cNvSpPr txBox="1"/>
          <p:nvPr userDrawn="1"/>
        </p:nvSpPr>
        <p:spPr>
          <a:xfrm>
            <a:off x="720001" y="6376202"/>
            <a:ext cx="6697724" cy="290401"/>
          </a:xfrm>
          <a:prstGeom prst="rect">
            <a:avLst/>
          </a:prstGeom>
          <a:noFill/>
        </p:spPr>
        <p:txBody>
          <a:bodyPr wrap="square" lIns="192000" rIns="192000" rtlCol="0">
            <a:spAutoFit/>
          </a:bodyPr>
          <a:lstStyle/>
          <a:p>
            <a:pPr>
              <a:lnSpc>
                <a:spcPct val="110000"/>
              </a:lnSpc>
            </a:pPr>
            <a:r>
              <a:rPr lang="en-GB" sz="600" b="1" i="0" kern="1200" spc="27" baseline="0" dirty="0">
                <a:solidFill>
                  <a:schemeClr val="bg1"/>
                </a:solidFill>
                <a:effectLst/>
                <a:latin typeface="Calibri" panose="020F0502020204030204" pitchFamily="34" charset="0"/>
                <a:ea typeface="+mn-ea"/>
                <a:cs typeface="Calibri" panose="020F0502020204030204" pitchFamily="34" charset="0"/>
              </a:rPr>
              <a:t>KONGSBERG PROPRIETARY:  </a:t>
            </a:r>
            <a:r>
              <a:rPr lang="en-GB" sz="600" b="0" i="0" kern="1200" spc="27" baseline="0" dirty="0">
                <a:solidFill>
                  <a:schemeClr val="bg1"/>
                </a:solidFill>
                <a:effectLst/>
                <a:latin typeface="Calibri" panose="020F0502020204030204" pitchFamily="34" charset="0"/>
                <a:ea typeface="+mn-ea"/>
                <a:cs typeface="Calibri" panose="020F0502020204030204" pitchFamily="34" charset="0"/>
              </a:rPr>
              <a:t>This document contains KONGSBERG information which is proprietary and confidential. Any disclosure, copying, distribution or use is prohibited if not otherwise explicitly agreed with KONGSBERG in writing. Any authorised reproduction in whole or in part, must include this legend. © 2024 KONGSBERG – All rights </a:t>
            </a:r>
            <a:r>
              <a:rPr lang="en-GB" sz="600" b="0" i="0" kern="1200" spc="27" baseline="0">
                <a:solidFill>
                  <a:schemeClr val="bg1"/>
                </a:solidFill>
                <a:effectLst/>
                <a:latin typeface="Calibri" panose="020F0502020204030204" pitchFamily="34" charset="0"/>
                <a:ea typeface="+mn-ea"/>
                <a:cs typeface="Calibri" panose="020F0502020204030204" pitchFamily="34" charset="0"/>
              </a:rPr>
              <a:t>reserved</a:t>
            </a:r>
            <a:r>
              <a:rPr lang="en-GB" sz="600" b="0" i="0" kern="1200">
                <a:solidFill>
                  <a:schemeClr val="bg1"/>
                </a:solidFill>
                <a:effectLst/>
                <a:latin typeface="Calibri" panose="020F0502020204030204" pitchFamily="34" charset="0"/>
                <a:ea typeface="+mn-ea"/>
                <a:cs typeface="Calibri" panose="020F0502020204030204" pitchFamily="34" charset="0"/>
              </a:rPr>
              <a:t>.</a:t>
            </a:r>
            <a:endParaRPr lang="nb-NO" sz="1200" dirty="0">
              <a:solidFill>
                <a:schemeClr val="bg1"/>
              </a:solidFill>
              <a:latin typeface="Calibri" panose="020F0502020204030204" pitchFamily="34" charset="0"/>
              <a:cs typeface="Calibri" panose="020F0502020204030204" pitchFamily="34" charset="0"/>
            </a:endParaRPr>
          </a:p>
        </p:txBody>
      </p:sp>
      <p:pic>
        <p:nvPicPr>
          <p:cNvPr id="19" name="Picture 1">
            <a:extLst>
              <a:ext uri="{FF2B5EF4-FFF2-40B4-BE49-F238E27FC236}">
                <a16:creationId xmlns:a16="http://schemas.microsoft.com/office/drawing/2014/main" id="{3D2E2336-6AB8-7A86-BF11-7390A1B6D22A}"/>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10711580" y="361469"/>
            <a:ext cx="1051304" cy="1054376"/>
          </a:xfrm>
          <a:prstGeom prst="rect">
            <a:avLst/>
          </a:prstGeom>
        </p:spPr>
      </p:pic>
    </p:spTree>
    <p:extLst>
      <p:ext uri="{BB962C8B-B14F-4D97-AF65-F5344CB8AC3E}">
        <p14:creationId xmlns:p14="http://schemas.microsoft.com/office/powerpoint/2010/main" val="2690961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3_PPP Cover page #1">
    <p:spTree>
      <p:nvGrpSpPr>
        <p:cNvPr id="1" name=""/>
        <p:cNvGrpSpPr/>
        <p:nvPr/>
      </p:nvGrpSpPr>
      <p:grpSpPr>
        <a:xfrm>
          <a:off x="0" y="0"/>
          <a:ext cx="0" cy="0"/>
          <a:chOff x="0" y="0"/>
          <a:chExt cx="0" cy="0"/>
        </a:xfrm>
      </p:grpSpPr>
      <p:pic>
        <p:nvPicPr>
          <p:cNvPr id="15" name="Picture 2">
            <a:extLst>
              <a:ext uri="{FF2B5EF4-FFF2-40B4-BE49-F238E27FC236}">
                <a16:creationId xmlns:a16="http://schemas.microsoft.com/office/drawing/2014/main" id="{7D7C64CB-0FFF-6826-A395-786DC51C3ED7}"/>
              </a:ext>
            </a:extLst>
          </p:cNvPr>
          <p:cNvPicPr>
            <a:picLocks noChangeAspect="1" noChangeArrowheads="1"/>
          </p:cNvPicPr>
          <p:nvPr userDrawn="1"/>
        </p:nvPicPr>
        <p:blipFill rotWithShape="1">
          <a:blip r:embed="rId2" cstate="print">
            <a:extLst>
              <a:ext uri="{28A0092B-C50C-407E-A947-70E740481C1C}">
                <a14:useLocalDpi xmlns:a14="http://schemas.microsoft.com/office/drawing/2010/main"/>
              </a:ext>
            </a:extLst>
          </a:blip>
          <a:srcRect t="3966" b="767"/>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16" name="Rectangle 20">
            <a:extLst>
              <a:ext uri="{FF2B5EF4-FFF2-40B4-BE49-F238E27FC236}">
                <a16:creationId xmlns:a16="http://schemas.microsoft.com/office/drawing/2014/main" id="{D0B088B7-7503-529E-E6A5-20C2A4064C36}"/>
              </a:ext>
            </a:extLst>
          </p:cNvPr>
          <p:cNvSpPr/>
          <p:nvPr userDrawn="1"/>
        </p:nvSpPr>
        <p:spPr>
          <a:xfrm rot="5400000">
            <a:off x="1380067" y="-1380067"/>
            <a:ext cx="6858000" cy="9618133"/>
          </a:xfrm>
          <a:prstGeom prst="rect">
            <a:avLst/>
          </a:prstGeom>
          <a:gradFill>
            <a:gsLst>
              <a:gs pos="0">
                <a:schemeClr val="tx1">
                  <a:alpha val="0"/>
                </a:schemeClr>
              </a:gs>
              <a:gs pos="99000">
                <a:schemeClr val="tx1">
                  <a:alpha val="49841"/>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sz="2400" dirty="0"/>
          </a:p>
        </p:txBody>
      </p:sp>
      <p:sp>
        <p:nvSpPr>
          <p:cNvPr id="17" name="TextBox 12">
            <a:extLst>
              <a:ext uri="{FF2B5EF4-FFF2-40B4-BE49-F238E27FC236}">
                <a16:creationId xmlns:a16="http://schemas.microsoft.com/office/drawing/2014/main" id="{B2D32E04-4457-3A99-7A22-C62003CB7518}"/>
              </a:ext>
            </a:extLst>
          </p:cNvPr>
          <p:cNvSpPr txBox="1"/>
          <p:nvPr userDrawn="1"/>
        </p:nvSpPr>
        <p:spPr>
          <a:xfrm>
            <a:off x="720001" y="1286525"/>
            <a:ext cx="6470316" cy="2972930"/>
          </a:xfrm>
          <a:prstGeom prst="rect">
            <a:avLst/>
          </a:prstGeom>
          <a:noFill/>
        </p:spPr>
        <p:txBody>
          <a:bodyPr wrap="square" rtlCol="0">
            <a:spAutoFit/>
          </a:bodyPr>
          <a:lstStyle/>
          <a:p>
            <a:pPr>
              <a:lnSpc>
                <a:spcPct val="90000"/>
              </a:lnSpc>
            </a:pPr>
            <a:r>
              <a:rPr lang="nb-NO" sz="6933" b="1">
                <a:solidFill>
                  <a:schemeClr val="bg1"/>
                </a:solidFill>
                <a:latin typeface="Calibri" panose="020F0502020204030204" pitchFamily="34" charset="0"/>
                <a:cs typeface="Calibri" panose="020F0502020204030204" pitchFamily="34" charset="0"/>
              </a:rPr>
              <a:t>Pro</a:t>
            </a:r>
            <a:r>
              <a:rPr lang="nb-NO" sz="6933" b="1">
                <a:solidFill>
                  <a:schemeClr val="accent5"/>
                </a:solidFill>
                <a:latin typeface="Calibri" panose="020F0502020204030204" pitchFamily="34" charset="0"/>
                <a:cs typeface="Calibri" panose="020F0502020204030204" pitchFamily="34" charset="0"/>
              </a:rPr>
              <a:t>tech</a:t>
            </a:r>
            <a:r>
              <a:rPr lang="nb-NO" sz="6933" b="1">
                <a:solidFill>
                  <a:schemeClr val="bg1"/>
                </a:solidFill>
                <a:latin typeface="Calibri" panose="020F0502020204030204" pitchFamily="34" charset="0"/>
                <a:cs typeface="Calibri" panose="020F0502020204030204" pitchFamily="34" charset="0"/>
              </a:rPr>
              <a:t>ting</a:t>
            </a:r>
          </a:p>
          <a:p>
            <a:pPr>
              <a:lnSpc>
                <a:spcPct val="90000"/>
              </a:lnSpc>
            </a:pPr>
            <a:r>
              <a:rPr lang="nb-NO" sz="6933" b="1">
                <a:solidFill>
                  <a:schemeClr val="bg1"/>
                </a:solidFill>
                <a:latin typeface="Calibri" panose="020F0502020204030204" pitchFamily="34" charset="0"/>
                <a:cs typeface="Calibri" panose="020F0502020204030204" pitchFamily="34" charset="0"/>
              </a:rPr>
              <a:t>people</a:t>
            </a:r>
          </a:p>
          <a:p>
            <a:pPr>
              <a:lnSpc>
                <a:spcPct val="90000"/>
              </a:lnSpc>
            </a:pPr>
            <a:r>
              <a:rPr lang="nb-NO" sz="6933" b="1">
                <a:solidFill>
                  <a:schemeClr val="bg1"/>
                </a:solidFill>
                <a:latin typeface="Calibri" panose="020F0502020204030204" pitchFamily="34" charset="0"/>
                <a:cs typeface="Calibri" panose="020F0502020204030204" pitchFamily="34" charset="0"/>
              </a:rPr>
              <a:t>and planet</a:t>
            </a:r>
            <a:endParaRPr lang="nb-NO" sz="6933" b="1" dirty="0">
              <a:solidFill>
                <a:schemeClr val="bg1"/>
              </a:solidFill>
              <a:latin typeface="Calibri" panose="020F0502020204030204" pitchFamily="34" charset="0"/>
              <a:cs typeface="Calibri" panose="020F0502020204030204" pitchFamily="34" charset="0"/>
            </a:endParaRPr>
          </a:p>
        </p:txBody>
      </p:sp>
      <p:sp>
        <p:nvSpPr>
          <p:cNvPr id="18" name="TekstSylinder 12">
            <a:extLst>
              <a:ext uri="{FF2B5EF4-FFF2-40B4-BE49-F238E27FC236}">
                <a16:creationId xmlns:a16="http://schemas.microsoft.com/office/drawing/2014/main" id="{CB31B256-FE6E-0BA1-A777-AACE0102FFDD}"/>
              </a:ext>
            </a:extLst>
          </p:cNvPr>
          <p:cNvSpPr txBox="1"/>
          <p:nvPr userDrawn="1"/>
        </p:nvSpPr>
        <p:spPr>
          <a:xfrm>
            <a:off x="720001" y="6376202"/>
            <a:ext cx="6697724" cy="290401"/>
          </a:xfrm>
          <a:prstGeom prst="rect">
            <a:avLst/>
          </a:prstGeom>
          <a:noFill/>
        </p:spPr>
        <p:txBody>
          <a:bodyPr wrap="square" lIns="192000" rIns="192000" rtlCol="0">
            <a:spAutoFit/>
          </a:bodyPr>
          <a:lstStyle/>
          <a:p>
            <a:pPr>
              <a:lnSpc>
                <a:spcPct val="110000"/>
              </a:lnSpc>
            </a:pPr>
            <a:r>
              <a:rPr lang="en-GB" sz="600" b="1" i="0" kern="1200" spc="27" baseline="0" dirty="0">
                <a:solidFill>
                  <a:schemeClr val="bg1"/>
                </a:solidFill>
                <a:effectLst/>
                <a:latin typeface="Calibri" panose="020F0502020204030204" pitchFamily="34" charset="0"/>
                <a:ea typeface="+mn-ea"/>
                <a:cs typeface="Calibri" panose="020F0502020204030204" pitchFamily="34" charset="0"/>
              </a:rPr>
              <a:t>KONGSBERG PROPRIETARY:  </a:t>
            </a:r>
            <a:r>
              <a:rPr lang="en-GB" sz="600" b="0" i="0" kern="1200" spc="27" baseline="0" dirty="0">
                <a:solidFill>
                  <a:schemeClr val="bg1"/>
                </a:solidFill>
                <a:effectLst/>
                <a:latin typeface="Calibri" panose="020F0502020204030204" pitchFamily="34" charset="0"/>
                <a:ea typeface="+mn-ea"/>
                <a:cs typeface="Calibri" panose="020F0502020204030204" pitchFamily="34" charset="0"/>
              </a:rPr>
              <a:t>This document contains KONGSBERG information which is proprietary and confidential. Any disclosure, copying, distribution or use is prohibited if not otherwise explicitly agreed with KONGSBERG in writing. Any authorised reproduction in whole or in part, must include this legend. © 2024 KONGSBERG – All rights </a:t>
            </a:r>
            <a:r>
              <a:rPr lang="en-GB" sz="600" b="0" i="0" kern="1200" spc="27" baseline="0">
                <a:solidFill>
                  <a:schemeClr val="bg1"/>
                </a:solidFill>
                <a:effectLst/>
                <a:latin typeface="Calibri" panose="020F0502020204030204" pitchFamily="34" charset="0"/>
                <a:ea typeface="+mn-ea"/>
                <a:cs typeface="Calibri" panose="020F0502020204030204" pitchFamily="34" charset="0"/>
              </a:rPr>
              <a:t>reserved</a:t>
            </a:r>
            <a:r>
              <a:rPr lang="en-GB" sz="600" b="0" i="0" kern="1200">
                <a:solidFill>
                  <a:schemeClr val="bg1"/>
                </a:solidFill>
                <a:effectLst/>
                <a:latin typeface="Calibri" panose="020F0502020204030204" pitchFamily="34" charset="0"/>
                <a:ea typeface="+mn-ea"/>
                <a:cs typeface="Calibri" panose="020F0502020204030204" pitchFamily="34" charset="0"/>
              </a:rPr>
              <a:t>.</a:t>
            </a:r>
            <a:endParaRPr lang="nb-NO" sz="1200" dirty="0">
              <a:solidFill>
                <a:schemeClr val="bg1"/>
              </a:solidFill>
              <a:latin typeface="Calibri" panose="020F0502020204030204" pitchFamily="34" charset="0"/>
              <a:cs typeface="Calibri" panose="020F0502020204030204" pitchFamily="34" charset="0"/>
            </a:endParaRPr>
          </a:p>
        </p:txBody>
      </p:sp>
      <p:pic>
        <p:nvPicPr>
          <p:cNvPr id="19" name="Picture 1">
            <a:extLst>
              <a:ext uri="{FF2B5EF4-FFF2-40B4-BE49-F238E27FC236}">
                <a16:creationId xmlns:a16="http://schemas.microsoft.com/office/drawing/2014/main" id="{2C391FFE-4350-BD01-342B-7E10761D44DB}"/>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10711580" y="361469"/>
            <a:ext cx="1051304" cy="1054376"/>
          </a:xfrm>
          <a:prstGeom prst="rect">
            <a:avLst/>
          </a:prstGeom>
        </p:spPr>
      </p:pic>
    </p:spTree>
    <p:extLst>
      <p:ext uri="{BB962C8B-B14F-4D97-AF65-F5344CB8AC3E}">
        <p14:creationId xmlns:p14="http://schemas.microsoft.com/office/powerpoint/2010/main" val="33612816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4_PPP Cover page #1">
    <p:spTree>
      <p:nvGrpSpPr>
        <p:cNvPr id="1" name=""/>
        <p:cNvGrpSpPr/>
        <p:nvPr/>
      </p:nvGrpSpPr>
      <p:grpSpPr>
        <a:xfrm>
          <a:off x="0" y="0"/>
          <a:ext cx="0" cy="0"/>
          <a:chOff x="0" y="0"/>
          <a:chExt cx="0" cy="0"/>
        </a:xfrm>
      </p:grpSpPr>
      <p:pic>
        <p:nvPicPr>
          <p:cNvPr id="15" name="Picture 2">
            <a:extLst>
              <a:ext uri="{FF2B5EF4-FFF2-40B4-BE49-F238E27FC236}">
                <a16:creationId xmlns:a16="http://schemas.microsoft.com/office/drawing/2014/main" id="{8C80FC18-EB3F-2308-801A-5A7110D36A81}"/>
              </a:ext>
            </a:extLst>
          </p:cNvPr>
          <p:cNvPicPr>
            <a:picLocks noChangeAspect="1" noChangeArrowheads="1"/>
          </p:cNvPicPr>
          <p:nvPr userDrawn="1"/>
        </p:nvPicPr>
        <p:blipFill>
          <a:blip r:embed="rId2" cstate="print">
            <a:extLst>
              <a:ext uri="{28A0092B-C50C-407E-A947-70E740481C1C}">
                <a14:useLocalDpi xmlns:a14="http://schemas.microsoft.com/office/drawing/2010/main"/>
              </a:ext>
            </a:extLst>
          </a:blip>
          <a:srcRect t="7744" b="7744"/>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16" name="Rectangle 20">
            <a:extLst>
              <a:ext uri="{FF2B5EF4-FFF2-40B4-BE49-F238E27FC236}">
                <a16:creationId xmlns:a16="http://schemas.microsoft.com/office/drawing/2014/main" id="{931B8F46-7D37-78DF-E8EF-6C9802A202A2}"/>
              </a:ext>
            </a:extLst>
          </p:cNvPr>
          <p:cNvSpPr/>
          <p:nvPr userDrawn="1"/>
        </p:nvSpPr>
        <p:spPr>
          <a:xfrm rot="5400000">
            <a:off x="1380067" y="-1380067"/>
            <a:ext cx="6858000" cy="9618133"/>
          </a:xfrm>
          <a:prstGeom prst="rect">
            <a:avLst/>
          </a:prstGeom>
          <a:gradFill>
            <a:gsLst>
              <a:gs pos="0">
                <a:schemeClr val="tx1">
                  <a:alpha val="0"/>
                </a:schemeClr>
              </a:gs>
              <a:gs pos="99000">
                <a:schemeClr val="tx1">
                  <a:alpha val="49841"/>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sz="2400" dirty="0"/>
          </a:p>
        </p:txBody>
      </p:sp>
      <p:sp>
        <p:nvSpPr>
          <p:cNvPr id="17" name="TextBox 12">
            <a:extLst>
              <a:ext uri="{FF2B5EF4-FFF2-40B4-BE49-F238E27FC236}">
                <a16:creationId xmlns:a16="http://schemas.microsoft.com/office/drawing/2014/main" id="{56709181-666F-CFD7-8F50-9C59C1E2A7E4}"/>
              </a:ext>
            </a:extLst>
          </p:cNvPr>
          <p:cNvSpPr txBox="1"/>
          <p:nvPr userDrawn="1"/>
        </p:nvSpPr>
        <p:spPr>
          <a:xfrm>
            <a:off x="720001" y="1286525"/>
            <a:ext cx="6470316" cy="2972930"/>
          </a:xfrm>
          <a:prstGeom prst="rect">
            <a:avLst/>
          </a:prstGeom>
          <a:noFill/>
        </p:spPr>
        <p:txBody>
          <a:bodyPr wrap="square" rtlCol="0">
            <a:spAutoFit/>
          </a:bodyPr>
          <a:lstStyle/>
          <a:p>
            <a:pPr>
              <a:lnSpc>
                <a:spcPct val="90000"/>
              </a:lnSpc>
            </a:pPr>
            <a:r>
              <a:rPr lang="nb-NO" sz="6933" b="1">
                <a:solidFill>
                  <a:schemeClr val="bg1"/>
                </a:solidFill>
                <a:latin typeface="Calibri" panose="020F0502020204030204" pitchFamily="34" charset="0"/>
                <a:cs typeface="Calibri" panose="020F0502020204030204" pitchFamily="34" charset="0"/>
              </a:rPr>
              <a:t>Pro</a:t>
            </a:r>
            <a:r>
              <a:rPr lang="nb-NO" sz="6933" b="1">
                <a:solidFill>
                  <a:schemeClr val="accent5"/>
                </a:solidFill>
                <a:latin typeface="Calibri" panose="020F0502020204030204" pitchFamily="34" charset="0"/>
                <a:cs typeface="Calibri" panose="020F0502020204030204" pitchFamily="34" charset="0"/>
              </a:rPr>
              <a:t>tech</a:t>
            </a:r>
            <a:r>
              <a:rPr lang="nb-NO" sz="6933" b="1">
                <a:solidFill>
                  <a:schemeClr val="bg1"/>
                </a:solidFill>
                <a:latin typeface="Calibri" panose="020F0502020204030204" pitchFamily="34" charset="0"/>
                <a:cs typeface="Calibri" panose="020F0502020204030204" pitchFamily="34" charset="0"/>
              </a:rPr>
              <a:t>ting</a:t>
            </a:r>
          </a:p>
          <a:p>
            <a:pPr>
              <a:lnSpc>
                <a:spcPct val="90000"/>
              </a:lnSpc>
            </a:pPr>
            <a:r>
              <a:rPr lang="nb-NO" sz="6933" b="1">
                <a:solidFill>
                  <a:schemeClr val="bg1"/>
                </a:solidFill>
                <a:latin typeface="Calibri" panose="020F0502020204030204" pitchFamily="34" charset="0"/>
                <a:cs typeface="Calibri" panose="020F0502020204030204" pitchFamily="34" charset="0"/>
              </a:rPr>
              <a:t>people</a:t>
            </a:r>
          </a:p>
          <a:p>
            <a:pPr>
              <a:lnSpc>
                <a:spcPct val="90000"/>
              </a:lnSpc>
            </a:pPr>
            <a:r>
              <a:rPr lang="nb-NO" sz="6933" b="1">
                <a:solidFill>
                  <a:schemeClr val="bg1"/>
                </a:solidFill>
                <a:latin typeface="Calibri" panose="020F0502020204030204" pitchFamily="34" charset="0"/>
                <a:cs typeface="Calibri" panose="020F0502020204030204" pitchFamily="34" charset="0"/>
              </a:rPr>
              <a:t>and planet</a:t>
            </a:r>
            <a:endParaRPr lang="nb-NO" sz="6933" b="1" dirty="0">
              <a:solidFill>
                <a:schemeClr val="bg1"/>
              </a:solidFill>
              <a:latin typeface="Calibri" panose="020F0502020204030204" pitchFamily="34" charset="0"/>
              <a:cs typeface="Calibri" panose="020F0502020204030204" pitchFamily="34" charset="0"/>
            </a:endParaRPr>
          </a:p>
        </p:txBody>
      </p:sp>
      <p:sp>
        <p:nvSpPr>
          <p:cNvPr id="18" name="TekstSylinder 12">
            <a:extLst>
              <a:ext uri="{FF2B5EF4-FFF2-40B4-BE49-F238E27FC236}">
                <a16:creationId xmlns:a16="http://schemas.microsoft.com/office/drawing/2014/main" id="{5D070F44-0315-7A65-65B6-38B517B72020}"/>
              </a:ext>
            </a:extLst>
          </p:cNvPr>
          <p:cNvSpPr txBox="1"/>
          <p:nvPr userDrawn="1"/>
        </p:nvSpPr>
        <p:spPr>
          <a:xfrm>
            <a:off x="720001" y="6376202"/>
            <a:ext cx="6697724" cy="290401"/>
          </a:xfrm>
          <a:prstGeom prst="rect">
            <a:avLst/>
          </a:prstGeom>
          <a:noFill/>
        </p:spPr>
        <p:txBody>
          <a:bodyPr wrap="square" lIns="192000" rIns="192000" rtlCol="0">
            <a:spAutoFit/>
          </a:bodyPr>
          <a:lstStyle/>
          <a:p>
            <a:pPr>
              <a:lnSpc>
                <a:spcPct val="110000"/>
              </a:lnSpc>
            </a:pPr>
            <a:r>
              <a:rPr lang="en-GB" sz="600" b="1" i="0" kern="1200" spc="27" baseline="0" dirty="0">
                <a:solidFill>
                  <a:schemeClr val="bg1"/>
                </a:solidFill>
                <a:effectLst/>
                <a:latin typeface="Calibri" panose="020F0502020204030204" pitchFamily="34" charset="0"/>
                <a:ea typeface="+mn-ea"/>
                <a:cs typeface="Calibri" panose="020F0502020204030204" pitchFamily="34" charset="0"/>
              </a:rPr>
              <a:t>KONGSBERG PROPRIETARY:  </a:t>
            </a:r>
            <a:r>
              <a:rPr lang="en-GB" sz="600" b="0" i="0" kern="1200" spc="27" baseline="0" dirty="0">
                <a:solidFill>
                  <a:schemeClr val="bg1"/>
                </a:solidFill>
                <a:effectLst/>
                <a:latin typeface="Calibri" panose="020F0502020204030204" pitchFamily="34" charset="0"/>
                <a:ea typeface="+mn-ea"/>
                <a:cs typeface="Calibri" panose="020F0502020204030204" pitchFamily="34" charset="0"/>
              </a:rPr>
              <a:t>This document contains KONGSBERG information which is proprietary and confidential. Any disclosure, copying, distribution or use is prohibited if not otherwise explicitly agreed with KONGSBERG in writing. Any authorised reproduction in whole or in part, must include this legend. © 2024 KONGSBERG – All rights </a:t>
            </a:r>
            <a:r>
              <a:rPr lang="en-GB" sz="600" b="0" i="0" kern="1200" spc="27" baseline="0">
                <a:solidFill>
                  <a:schemeClr val="bg1"/>
                </a:solidFill>
                <a:effectLst/>
                <a:latin typeface="Calibri" panose="020F0502020204030204" pitchFamily="34" charset="0"/>
                <a:ea typeface="+mn-ea"/>
                <a:cs typeface="Calibri" panose="020F0502020204030204" pitchFamily="34" charset="0"/>
              </a:rPr>
              <a:t>reserved</a:t>
            </a:r>
            <a:r>
              <a:rPr lang="en-GB" sz="600" b="0" i="0" kern="1200">
                <a:solidFill>
                  <a:schemeClr val="bg1"/>
                </a:solidFill>
                <a:effectLst/>
                <a:latin typeface="Calibri" panose="020F0502020204030204" pitchFamily="34" charset="0"/>
                <a:ea typeface="+mn-ea"/>
                <a:cs typeface="Calibri" panose="020F0502020204030204" pitchFamily="34" charset="0"/>
              </a:rPr>
              <a:t>.</a:t>
            </a:r>
            <a:endParaRPr lang="nb-NO" sz="1200" dirty="0">
              <a:solidFill>
                <a:schemeClr val="bg1"/>
              </a:solidFill>
              <a:latin typeface="Calibri" panose="020F0502020204030204" pitchFamily="34" charset="0"/>
              <a:cs typeface="Calibri" panose="020F0502020204030204" pitchFamily="34" charset="0"/>
            </a:endParaRPr>
          </a:p>
        </p:txBody>
      </p:sp>
      <p:pic>
        <p:nvPicPr>
          <p:cNvPr id="19" name="Picture 1">
            <a:extLst>
              <a:ext uri="{FF2B5EF4-FFF2-40B4-BE49-F238E27FC236}">
                <a16:creationId xmlns:a16="http://schemas.microsoft.com/office/drawing/2014/main" id="{7B40C3E2-83BF-17DA-92FC-0C044E445BCC}"/>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10711580" y="361469"/>
            <a:ext cx="1051304" cy="1054376"/>
          </a:xfrm>
          <a:prstGeom prst="rect">
            <a:avLst/>
          </a:prstGeom>
        </p:spPr>
      </p:pic>
    </p:spTree>
    <p:extLst>
      <p:ext uri="{BB962C8B-B14F-4D97-AF65-F5344CB8AC3E}">
        <p14:creationId xmlns:p14="http://schemas.microsoft.com/office/powerpoint/2010/main" val="163756811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5_PPP Cover page #1">
    <p:spTree>
      <p:nvGrpSpPr>
        <p:cNvPr id="1" name=""/>
        <p:cNvGrpSpPr/>
        <p:nvPr/>
      </p:nvGrpSpPr>
      <p:grpSpPr>
        <a:xfrm>
          <a:off x="0" y="0"/>
          <a:ext cx="0" cy="0"/>
          <a:chOff x="0" y="0"/>
          <a:chExt cx="0" cy="0"/>
        </a:xfrm>
      </p:grpSpPr>
      <p:pic>
        <p:nvPicPr>
          <p:cNvPr id="10" name="Picture 2">
            <a:extLst>
              <a:ext uri="{FF2B5EF4-FFF2-40B4-BE49-F238E27FC236}">
                <a16:creationId xmlns:a16="http://schemas.microsoft.com/office/drawing/2014/main" id="{A636C704-866A-12AA-8BB6-339C2363C5B8}"/>
              </a:ext>
            </a:extLst>
          </p:cNvPr>
          <p:cNvPicPr>
            <a:picLocks noChangeAspect="1" noChangeArrowheads="1"/>
          </p:cNvPicPr>
          <p:nvPr userDrawn="1"/>
        </p:nvPicPr>
        <p:blipFill>
          <a:blip r:embed="rId2" cstate="print">
            <a:extLst>
              <a:ext uri="{28A0092B-C50C-407E-A947-70E740481C1C}">
                <a14:useLocalDpi xmlns:a14="http://schemas.microsoft.com/office/drawing/2010/main"/>
              </a:ext>
            </a:extLst>
          </a:blip>
          <a:srcRect t="7892" b="7892"/>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15" name="Rectangle 20">
            <a:extLst>
              <a:ext uri="{FF2B5EF4-FFF2-40B4-BE49-F238E27FC236}">
                <a16:creationId xmlns:a16="http://schemas.microsoft.com/office/drawing/2014/main" id="{ABBE2DCB-33D7-1A78-4268-E2173255AADA}"/>
              </a:ext>
            </a:extLst>
          </p:cNvPr>
          <p:cNvSpPr/>
          <p:nvPr userDrawn="1"/>
        </p:nvSpPr>
        <p:spPr>
          <a:xfrm rot="5400000">
            <a:off x="1380067" y="-1380067"/>
            <a:ext cx="6858000" cy="9618133"/>
          </a:xfrm>
          <a:prstGeom prst="rect">
            <a:avLst/>
          </a:prstGeom>
          <a:gradFill>
            <a:gsLst>
              <a:gs pos="0">
                <a:schemeClr val="tx1">
                  <a:alpha val="0"/>
                </a:schemeClr>
              </a:gs>
              <a:gs pos="99000">
                <a:schemeClr val="tx1">
                  <a:alpha val="49841"/>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sz="2400" dirty="0"/>
          </a:p>
        </p:txBody>
      </p:sp>
      <p:sp>
        <p:nvSpPr>
          <p:cNvPr id="16" name="TextBox 12">
            <a:extLst>
              <a:ext uri="{FF2B5EF4-FFF2-40B4-BE49-F238E27FC236}">
                <a16:creationId xmlns:a16="http://schemas.microsoft.com/office/drawing/2014/main" id="{0F7A6FF0-7029-946D-FB11-3933CE0AB9B7}"/>
              </a:ext>
            </a:extLst>
          </p:cNvPr>
          <p:cNvSpPr txBox="1"/>
          <p:nvPr userDrawn="1"/>
        </p:nvSpPr>
        <p:spPr>
          <a:xfrm>
            <a:off x="720001" y="1286525"/>
            <a:ext cx="6470316" cy="2972930"/>
          </a:xfrm>
          <a:prstGeom prst="rect">
            <a:avLst/>
          </a:prstGeom>
          <a:noFill/>
        </p:spPr>
        <p:txBody>
          <a:bodyPr wrap="square" rtlCol="0">
            <a:spAutoFit/>
          </a:bodyPr>
          <a:lstStyle/>
          <a:p>
            <a:pPr>
              <a:lnSpc>
                <a:spcPct val="90000"/>
              </a:lnSpc>
            </a:pPr>
            <a:r>
              <a:rPr lang="nb-NO" sz="6933" b="1">
                <a:solidFill>
                  <a:schemeClr val="bg1"/>
                </a:solidFill>
                <a:latin typeface="Calibri" panose="020F0502020204030204" pitchFamily="34" charset="0"/>
                <a:cs typeface="Calibri" panose="020F0502020204030204" pitchFamily="34" charset="0"/>
              </a:rPr>
              <a:t>Pro</a:t>
            </a:r>
            <a:r>
              <a:rPr lang="nb-NO" sz="6933" b="1">
                <a:solidFill>
                  <a:schemeClr val="accent5"/>
                </a:solidFill>
                <a:latin typeface="Calibri" panose="020F0502020204030204" pitchFamily="34" charset="0"/>
                <a:cs typeface="Calibri" panose="020F0502020204030204" pitchFamily="34" charset="0"/>
              </a:rPr>
              <a:t>tech</a:t>
            </a:r>
            <a:r>
              <a:rPr lang="nb-NO" sz="6933" b="1">
                <a:solidFill>
                  <a:schemeClr val="bg1"/>
                </a:solidFill>
                <a:latin typeface="Calibri" panose="020F0502020204030204" pitchFamily="34" charset="0"/>
                <a:cs typeface="Calibri" panose="020F0502020204030204" pitchFamily="34" charset="0"/>
              </a:rPr>
              <a:t>ting</a:t>
            </a:r>
          </a:p>
          <a:p>
            <a:pPr>
              <a:lnSpc>
                <a:spcPct val="90000"/>
              </a:lnSpc>
            </a:pPr>
            <a:r>
              <a:rPr lang="nb-NO" sz="6933" b="1">
                <a:solidFill>
                  <a:schemeClr val="bg1"/>
                </a:solidFill>
                <a:latin typeface="Calibri" panose="020F0502020204030204" pitchFamily="34" charset="0"/>
                <a:cs typeface="Calibri" panose="020F0502020204030204" pitchFamily="34" charset="0"/>
              </a:rPr>
              <a:t>people</a:t>
            </a:r>
          </a:p>
          <a:p>
            <a:pPr>
              <a:lnSpc>
                <a:spcPct val="90000"/>
              </a:lnSpc>
            </a:pPr>
            <a:r>
              <a:rPr lang="nb-NO" sz="6933" b="1">
                <a:solidFill>
                  <a:schemeClr val="bg1"/>
                </a:solidFill>
                <a:latin typeface="Calibri" panose="020F0502020204030204" pitchFamily="34" charset="0"/>
                <a:cs typeface="Calibri" panose="020F0502020204030204" pitchFamily="34" charset="0"/>
              </a:rPr>
              <a:t>and planet</a:t>
            </a:r>
            <a:endParaRPr lang="nb-NO" sz="6933" b="1" dirty="0">
              <a:solidFill>
                <a:schemeClr val="bg1"/>
              </a:solidFill>
              <a:latin typeface="Calibri" panose="020F0502020204030204" pitchFamily="34" charset="0"/>
              <a:cs typeface="Calibri" panose="020F0502020204030204" pitchFamily="34" charset="0"/>
            </a:endParaRPr>
          </a:p>
        </p:txBody>
      </p:sp>
      <p:sp>
        <p:nvSpPr>
          <p:cNvPr id="17" name="TekstSylinder 12">
            <a:extLst>
              <a:ext uri="{FF2B5EF4-FFF2-40B4-BE49-F238E27FC236}">
                <a16:creationId xmlns:a16="http://schemas.microsoft.com/office/drawing/2014/main" id="{40142811-7D79-F64B-0BD2-D3B30CED9F0D}"/>
              </a:ext>
            </a:extLst>
          </p:cNvPr>
          <p:cNvSpPr txBox="1"/>
          <p:nvPr userDrawn="1"/>
        </p:nvSpPr>
        <p:spPr>
          <a:xfrm>
            <a:off x="720001" y="6376202"/>
            <a:ext cx="6697724" cy="290401"/>
          </a:xfrm>
          <a:prstGeom prst="rect">
            <a:avLst/>
          </a:prstGeom>
          <a:noFill/>
        </p:spPr>
        <p:txBody>
          <a:bodyPr wrap="square" lIns="192000" rIns="192000" rtlCol="0">
            <a:spAutoFit/>
          </a:bodyPr>
          <a:lstStyle/>
          <a:p>
            <a:pPr>
              <a:lnSpc>
                <a:spcPct val="110000"/>
              </a:lnSpc>
            </a:pPr>
            <a:r>
              <a:rPr lang="en-GB" sz="600" b="1" i="0" kern="1200" spc="27" baseline="0" dirty="0">
                <a:solidFill>
                  <a:schemeClr val="bg1"/>
                </a:solidFill>
                <a:effectLst/>
                <a:latin typeface="Calibri" panose="020F0502020204030204" pitchFamily="34" charset="0"/>
                <a:ea typeface="+mn-ea"/>
                <a:cs typeface="Calibri" panose="020F0502020204030204" pitchFamily="34" charset="0"/>
              </a:rPr>
              <a:t>KONGSBERG PROPRIETARY:  </a:t>
            </a:r>
            <a:r>
              <a:rPr lang="en-GB" sz="600" b="0" i="0" kern="1200" spc="27" baseline="0" dirty="0">
                <a:solidFill>
                  <a:schemeClr val="bg1"/>
                </a:solidFill>
                <a:effectLst/>
                <a:latin typeface="Calibri" panose="020F0502020204030204" pitchFamily="34" charset="0"/>
                <a:ea typeface="+mn-ea"/>
                <a:cs typeface="Calibri" panose="020F0502020204030204" pitchFamily="34" charset="0"/>
              </a:rPr>
              <a:t>This document contains KONGSBERG information which is proprietary and confidential. Any disclosure, copying, distribution or use is prohibited if not otherwise explicitly agreed with KONGSBERG in writing. Any authorised reproduction in whole or in part, must include this legend. © 2024 KONGSBERG – All rights </a:t>
            </a:r>
            <a:r>
              <a:rPr lang="en-GB" sz="600" b="0" i="0" kern="1200" spc="27" baseline="0">
                <a:solidFill>
                  <a:schemeClr val="bg1"/>
                </a:solidFill>
                <a:effectLst/>
                <a:latin typeface="Calibri" panose="020F0502020204030204" pitchFamily="34" charset="0"/>
                <a:ea typeface="+mn-ea"/>
                <a:cs typeface="Calibri" panose="020F0502020204030204" pitchFamily="34" charset="0"/>
              </a:rPr>
              <a:t>reserved</a:t>
            </a:r>
            <a:r>
              <a:rPr lang="en-GB" sz="600" b="0" i="0" kern="1200">
                <a:solidFill>
                  <a:schemeClr val="bg1"/>
                </a:solidFill>
                <a:effectLst/>
                <a:latin typeface="Calibri" panose="020F0502020204030204" pitchFamily="34" charset="0"/>
                <a:ea typeface="+mn-ea"/>
                <a:cs typeface="Calibri" panose="020F0502020204030204" pitchFamily="34" charset="0"/>
              </a:rPr>
              <a:t>.</a:t>
            </a:r>
            <a:endParaRPr lang="nb-NO" sz="1200" dirty="0">
              <a:solidFill>
                <a:schemeClr val="bg1"/>
              </a:solidFill>
              <a:latin typeface="Calibri" panose="020F0502020204030204" pitchFamily="34" charset="0"/>
              <a:cs typeface="Calibri" panose="020F0502020204030204" pitchFamily="34" charset="0"/>
            </a:endParaRPr>
          </a:p>
        </p:txBody>
      </p:sp>
      <p:pic>
        <p:nvPicPr>
          <p:cNvPr id="18" name="Picture 1">
            <a:extLst>
              <a:ext uri="{FF2B5EF4-FFF2-40B4-BE49-F238E27FC236}">
                <a16:creationId xmlns:a16="http://schemas.microsoft.com/office/drawing/2014/main" id="{9C8AD588-9860-A0E7-7810-54574C9DE339}"/>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10711580" y="361469"/>
            <a:ext cx="1051304" cy="1054376"/>
          </a:xfrm>
          <a:prstGeom prst="rect">
            <a:avLst/>
          </a:prstGeom>
        </p:spPr>
      </p:pic>
    </p:spTree>
    <p:extLst>
      <p:ext uri="{BB962C8B-B14F-4D97-AF65-F5344CB8AC3E}">
        <p14:creationId xmlns:p14="http://schemas.microsoft.com/office/powerpoint/2010/main" val="169720995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PPP Cover page #4">
    <p:spTree>
      <p:nvGrpSpPr>
        <p:cNvPr id="1" name=""/>
        <p:cNvGrpSpPr/>
        <p:nvPr/>
      </p:nvGrpSpPr>
      <p:grpSpPr>
        <a:xfrm>
          <a:off x="0" y="0"/>
          <a:ext cx="0" cy="0"/>
          <a:chOff x="0" y="0"/>
          <a:chExt cx="0" cy="0"/>
        </a:xfrm>
      </p:grpSpPr>
      <p:pic>
        <p:nvPicPr>
          <p:cNvPr id="15" name="Picture 2">
            <a:extLst>
              <a:ext uri="{FF2B5EF4-FFF2-40B4-BE49-F238E27FC236}">
                <a16:creationId xmlns:a16="http://schemas.microsoft.com/office/drawing/2014/main" id="{636FE8AF-DB2C-EDB2-2102-6C4DA1136810}"/>
              </a:ext>
            </a:extLst>
          </p:cNvPr>
          <p:cNvPicPr>
            <a:picLocks noChangeAspect="1" noChangeArrowheads="1"/>
          </p:cNvPicPr>
          <p:nvPr userDrawn="1"/>
        </p:nvPicPr>
        <p:blipFill rotWithShape="1">
          <a:blip r:embed="rId2">
            <a:extLst>
              <a:ext uri="{28A0092B-C50C-407E-A947-70E740481C1C}">
                <a14:useLocalDpi xmlns:a14="http://schemas.microsoft.com/office/drawing/2010/main"/>
              </a:ext>
            </a:extLst>
          </a:blip>
          <a:srcRect l="4356" t="12875" r="8519"/>
          <a:stretch/>
        </p:blipFill>
        <p:spPr bwMode="auto">
          <a:xfrm>
            <a:off x="0" y="-2"/>
            <a:ext cx="12192000" cy="6858003"/>
          </a:xfrm>
          <a:prstGeom prst="rect">
            <a:avLst/>
          </a:prstGeom>
          <a:noFill/>
          <a:extLst>
            <a:ext uri="{909E8E84-426E-40DD-AFC4-6F175D3DCCD1}">
              <a14:hiddenFill xmlns:a14="http://schemas.microsoft.com/office/drawing/2010/main">
                <a:solidFill>
                  <a:srgbClr val="FFFFFF"/>
                </a:solidFill>
              </a14:hiddenFill>
            </a:ext>
          </a:extLst>
        </p:spPr>
      </p:pic>
      <p:sp>
        <p:nvSpPr>
          <p:cNvPr id="16" name="Rectangle 20">
            <a:extLst>
              <a:ext uri="{FF2B5EF4-FFF2-40B4-BE49-F238E27FC236}">
                <a16:creationId xmlns:a16="http://schemas.microsoft.com/office/drawing/2014/main" id="{ED3BA015-CC2A-A9C9-065B-7DBFB4D1A23D}"/>
              </a:ext>
            </a:extLst>
          </p:cNvPr>
          <p:cNvSpPr/>
          <p:nvPr userDrawn="1"/>
        </p:nvSpPr>
        <p:spPr>
          <a:xfrm rot="5400000">
            <a:off x="1380067" y="-1380067"/>
            <a:ext cx="6858000" cy="9618133"/>
          </a:xfrm>
          <a:prstGeom prst="rect">
            <a:avLst/>
          </a:prstGeom>
          <a:gradFill>
            <a:gsLst>
              <a:gs pos="0">
                <a:schemeClr val="tx1">
                  <a:alpha val="0"/>
                </a:schemeClr>
              </a:gs>
              <a:gs pos="99000">
                <a:schemeClr val="tx1">
                  <a:alpha val="49841"/>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sz="2400" dirty="0"/>
          </a:p>
        </p:txBody>
      </p:sp>
      <p:sp>
        <p:nvSpPr>
          <p:cNvPr id="17" name="TextBox 12">
            <a:extLst>
              <a:ext uri="{FF2B5EF4-FFF2-40B4-BE49-F238E27FC236}">
                <a16:creationId xmlns:a16="http://schemas.microsoft.com/office/drawing/2014/main" id="{0186188A-256D-FB62-92FE-65FC1F963C3F}"/>
              </a:ext>
            </a:extLst>
          </p:cNvPr>
          <p:cNvSpPr txBox="1"/>
          <p:nvPr userDrawn="1"/>
        </p:nvSpPr>
        <p:spPr>
          <a:xfrm>
            <a:off x="720001" y="1686152"/>
            <a:ext cx="6470316" cy="2972930"/>
          </a:xfrm>
          <a:prstGeom prst="rect">
            <a:avLst/>
          </a:prstGeom>
          <a:noFill/>
        </p:spPr>
        <p:txBody>
          <a:bodyPr wrap="square" rtlCol="0">
            <a:spAutoFit/>
          </a:bodyPr>
          <a:lstStyle/>
          <a:p>
            <a:pPr>
              <a:lnSpc>
                <a:spcPct val="90000"/>
              </a:lnSpc>
            </a:pPr>
            <a:r>
              <a:rPr lang="nb-NO" sz="6933" b="1">
                <a:solidFill>
                  <a:schemeClr val="bg1"/>
                </a:solidFill>
                <a:latin typeface="Calibri" panose="020F0502020204030204" pitchFamily="34" charset="0"/>
                <a:cs typeface="Calibri" panose="020F0502020204030204" pitchFamily="34" charset="0"/>
              </a:rPr>
              <a:t>Pro</a:t>
            </a:r>
            <a:r>
              <a:rPr lang="nb-NO" sz="6933" b="1">
                <a:solidFill>
                  <a:schemeClr val="accent5"/>
                </a:solidFill>
                <a:latin typeface="Calibri" panose="020F0502020204030204" pitchFamily="34" charset="0"/>
                <a:cs typeface="Calibri" panose="020F0502020204030204" pitchFamily="34" charset="0"/>
              </a:rPr>
              <a:t>tech</a:t>
            </a:r>
            <a:r>
              <a:rPr lang="nb-NO" sz="6933" b="1">
                <a:solidFill>
                  <a:schemeClr val="bg1"/>
                </a:solidFill>
                <a:latin typeface="Calibri" panose="020F0502020204030204" pitchFamily="34" charset="0"/>
                <a:cs typeface="Calibri" panose="020F0502020204030204" pitchFamily="34" charset="0"/>
              </a:rPr>
              <a:t>ting</a:t>
            </a:r>
          </a:p>
          <a:p>
            <a:pPr>
              <a:lnSpc>
                <a:spcPct val="90000"/>
              </a:lnSpc>
            </a:pPr>
            <a:r>
              <a:rPr lang="nb-NO" sz="6933" b="1">
                <a:solidFill>
                  <a:schemeClr val="bg1"/>
                </a:solidFill>
                <a:latin typeface="Calibri" panose="020F0502020204030204" pitchFamily="34" charset="0"/>
                <a:cs typeface="Calibri" panose="020F0502020204030204" pitchFamily="34" charset="0"/>
              </a:rPr>
              <a:t>people</a:t>
            </a:r>
          </a:p>
          <a:p>
            <a:pPr>
              <a:lnSpc>
                <a:spcPct val="90000"/>
              </a:lnSpc>
            </a:pPr>
            <a:r>
              <a:rPr lang="nb-NO" sz="6933" b="1">
                <a:solidFill>
                  <a:schemeClr val="bg1"/>
                </a:solidFill>
                <a:latin typeface="Calibri" panose="020F0502020204030204" pitchFamily="34" charset="0"/>
                <a:cs typeface="Calibri" panose="020F0502020204030204" pitchFamily="34" charset="0"/>
              </a:rPr>
              <a:t>and planet</a:t>
            </a:r>
            <a:endParaRPr lang="nb-NO" sz="6933" b="1" dirty="0">
              <a:solidFill>
                <a:schemeClr val="bg1"/>
              </a:solidFill>
              <a:latin typeface="Calibri" panose="020F0502020204030204" pitchFamily="34" charset="0"/>
              <a:cs typeface="Calibri" panose="020F0502020204030204" pitchFamily="34" charset="0"/>
            </a:endParaRPr>
          </a:p>
        </p:txBody>
      </p:sp>
      <p:pic>
        <p:nvPicPr>
          <p:cNvPr id="18" name="Picture 1">
            <a:extLst>
              <a:ext uri="{FF2B5EF4-FFF2-40B4-BE49-F238E27FC236}">
                <a16:creationId xmlns:a16="http://schemas.microsoft.com/office/drawing/2014/main" id="{98202E19-0166-2E2B-0BB8-B3DA40DBFB56}"/>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10711580" y="361469"/>
            <a:ext cx="1051304" cy="1054376"/>
          </a:xfrm>
          <a:prstGeom prst="rect">
            <a:avLst/>
          </a:prstGeom>
        </p:spPr>
      </p:pic>
      <p:sp>
        <p:nvSpPr>
          <p:cNvPr id="19" name="TekstSylinder 12">
            <a:extLst>
              <a:ext uri="{FF2B5EF4-FFF2-40B4-BE49-F238E27FC236}">
                <a16:creationId xmlns:a16="http://schemas.microsoft.com/office/drawing/2014/main" id="{3B7C7A4C-E3E7-BC43-CAD6-3ACF62A2248F}"/>
              </a:ext>
            </a:extLst>
          </p:cNvPr>
          <p:cNvSpPr txBox="1"/>
          <p:nvPr userDrawn="1"/>
        </p:nvSpPr>
        <p:spPr>
          <a:xfrm>
            <a:off x="720001" y="6376202"/>
            <a:ext cx="6697724" cy="290401"/>
          </a:xfrm>
          <a:prstGeom prst="rect">
            <a:avLst/>
          </a:prstGeom>
          <a:noFill/>
        </p:spPr>
        <p:txBody>
          <a:bodyPr wrap="square" lIns="192000" rIns="192000" rtlCol="0">
            <a:spAutoFit/>
          </a:bodyPr>
          <a:lstStyle/>
          <a:p>
            <a:pPr>
              <a:lnSpc>
                <a:spcPct val="110000"/>
              </a:lnSpc>
            </a:pPr>
            <a:r>
              <a:rPr lang="en-GB" sz="600" b="1" i="0" kern="1200" spc="27" baseline="0" dirty="0">
                <a:solidFill>
                  <a:schemeClr val="bg1"/>
                </a:solidFill>
                <a:effectLst/>
                <a:latin typeface="Calibri" panose="020F0502020204030204" pitchFamily="34" charset="0"/>
                <a:ea typeface="+mn-ea"/>
                <a:cs typeface="Calibri" panose="020F0502020204030204" pitchFamily="34" charset="0"/>
              </a:rPr>
              <a:t>KONGSBERG PROPRIETARY:  </a:t>
            </a:r>
            <a:r>
              <a:rPr lang="en-GB" sz="600" b="0" i="0" kern="1200" spc="27" baseline="0" dirty="0">
                <a:solidFill>
                  <a:schemeClr val="bg1"/>
                </a:solidFill>
                <a:effectLst/>
                <a:latin typeface="Calibri" panose="020F0502020204030204" pitchFamily="34" charset="0"/>
                <a:ea typeface="+mn-ea"/>
                <a:cs typeface="Calibri" panose="020F0502020204030204" pitchFamily="34" charset="0"/>
              </a:rPr>
              <a:t>This document contains KONGSBERG information which is proprietary and confidential. Any disclosure, copying, distribution or use is prohibited if not otherwise explicitly agreed with KONGSBERG in writing. Any authorised reproduction in whole or in part, must include this legend. © 2024 KONGSBERG – All rights </a:t>
            </a:r>
            <a:r>
              <a:rPr lang="en-GB" sz="600" b="0" i="0" kern="1200" spc="27" baseline="0">
                <a:solidFill>
                  <a:schemeClr val="bg1"/>
                </a:solidFill>
                <a:effectLst/>
                <a:latin typeface="Calibri" panose="020F0502020204030204" pitchFamily="34" charset="0"/>
                <a:ea typeface="+mn-ea"/>
                <a:cs typeface="Calibri" panose="020F0502020204030204" pitchFamily="34" charset="0"/>
              </a:rPr>
              <a:t>reserved</a:t>
            </a:r>
            <a:r>
              <a:rPr lang="en-GB" sz="600" b="0" i="0" kern="1200">
                <a:solidFill>
                  <a:schemeClr val="bg1"/>
                </a:solidFill>
                <a:effectLst/>
                <a:latin typeface="Calibri" panose="020F0502020204030204" pitchFamily="34" charset="0"/>
                <a:ea typeface="+mn-ea"/>
                <a:cs typeface="Calibri" panose="020F0502020204030204" pitchFamily="34" charset="0"/>
              </a:rPr>
              <a:t>.</a:t>
            </a:r>
            <a:endParaRPr lang="nb-NO" sz="1200" dirty="0">
              <a:solidFill>
                <a:schemeClr val="bg1"/>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93185461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 Title and content">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6DD0747E-2D8D-B63E-D944-074D2E20B73D}"/>
              </a:ext>
            </a:extLst>
          </p:cNvPr>
          <p:cNvGraphicFramePr>
            <a:graphicFrameLocks noChangeAspect="1"/>
          </p:cNvGraphicFramePr>
          <p:nvPr userDrawn="1">
            <p:custDataLst>
              <p:tags r:id="rId1"/>
            </p:custDataLst>
            <p:extLst>
              <p:ext uri="{D42A27DB-BD31-4B8C-83A1-F6EECF244321}">
                <p14:modId xmlns:p14="http://schemas.microsoft.com/office/powerpoint/2010/main" val="2334388052"/>
              </p:ext>
            </p:extLst>
          </p:nvPr>
        </p:nvGraphicFramePr>
        <p:xfrm>
          <a:off x="2118" y="2118"/>
          <a:ext cx="2117" cy="2117"/>
        </p:xfrm>
        <a:graphic>
          <a:graphicData uri="http://schemas.openxmlformats.org/presentationml/2006/ole">
            <mc:AlternateContent xmlns:mc="http://schemas.openxmlformats.org/markup-compatibility/2006">
              <mc:Choice xmlns:v="urn:schemas-microsoft-com:vml" Requires="v">
                <p:oleObj name="think-cell Slide" r:id="rId3" imgW="408" imgH="408" progId="TCLayout.ActiveDocument.1">
                  <p:embed/>
                </p:oleObj>
              </mc:Choice>
              <mc:Fallback>
                <p:oleObj name="think-cell Slide" r:id="rId3" imgW="408" imgH="408" progId="TCLayout.ActiveDocument.1">
                  <p:embed/>
                  <p:pic>
                    <p:nvPicPr>
                      <p:cNvPr id="8" name="think-cell data - do not delete" hidden="1">
                        <a:extLst>
                          <a:ext uri="{FF2B5EF4-FFF2-40B4-BE49-F238E27FC236}">
                            <a16:creationId xmlns:a16="http://schemas.microsoft.com/office/drawing/2014/main" id="{6DD0747E-2D8D-B63E-D944-074D2E20B73D}"/>
                          </a:ext>
                        </a:extLst>
                      </p:cNvPr>
                      <p:cNvPicPr/>
                      <p:nvPr/>
                    </p:nvPicPr>
                    <p:blipFill>
                      <a:blip r:embed="rId4"/>
                      <a:stretch>
                        <a:fillRect/>
                      </a:stretch>
                    </p:blipFill>
                    <p:spPr>
                      <a:xfrm>
                        <a:off x="2118" y="2118"/>
                        <a:ext cx="2117" cy="2117"/>
                      </a:xfrm>
                      <a:prstGeom prst="rect">
                        <a:avLst/>
                      </a:prstGeom>
                    </p:spPr>
                  </p:pic>
                </p:oleObj>
              </mc:Fallback>
            </mc:AlternateContent>
          </a:graphicData>
        </a:graphic>
      </p:graphicFrame>
      <p:sp>
        <p:nvSpPr>
          <p:cNvPr id="2" name="Tittel 1">
            <a:extLst>
              <a:ext uri="{FF2B5EF4-FFF2-40B4-BE49-F238E27FC236}">
                <a16:creationId xmlns:a16="http://schemas.microsoft.com/office/drawing/2014/main" id="{6F553747-2654-F532-A5F7-E42586E63CA6}"/>
              </a:ext>
            </a:extLst>
          </p:cNvPr>
          <p:cNvSpPr>
            <a:spLocks noGrp="1"/>
          </p:cNvSpPr>
          <p:nvPr>
            <p:ph type="title"/>
          </p:nvPr>
        </p:nvSpPr>
        <p:spPr/>
        <p:txBody>
          <a:bodyPr vert="horz"/>
          <a:lstStyle>
            <a:lvl1pPr rtl="0">
              <a:defRPr/>
            </a:lvl1pPr>
          </a:lstStyle>
          <a:p>
            <a:r>
              <a:rPr lang="en-US"/>
              <a:t>Click to edit Master title style</a:t>
            </a:r>
            <a:endParaRPr lang="en-GB" dirty="0"/>
          </a:p>
        </p:txBody>
      </p:sp>
      <p:sp>
        <p:nvSpPr>
          <p:cNvPr id="3" name="Plassholder for innhold 2">
            <a:extLst>
              <a:ext uri="{FF2B5EF4-FFF2-40B4-BE49-F238E27FC236}">
                <a16:creationId xmlns:a16="http://schemas.microsoft.com/office/drawing/2014/main" id="{9B2259BB-EC9F-6D37-059B-ED1C391C92A0}"/>
              </a:ext>
            </a:extLst>
          </p:cNvPr>
          <p:cNvSpPr>
            <a:spLocks noGrp="1"/>
          </p:cNvSpPr>
          <p:nvPr>
            <p:ph idx="1"/>
          </p:nvPr>
        </p:nvSpPr>
        <p:spPr/>
        <p:txBody>
          <a:bodyPr/>
          <a:lstStyle>
            <a:lvl1pPr rtl="0">
              <a:defRPr/>
            </a:lvl1pPr>
            <a:lvl2pPr marL="457189" indent="-228594" rtl="0">
              <a:buFont typeface="Arial" panose="020B0604020202020204" pitchFamily="34" charset="0"/>
              <a:buChar char="–"/>
              <a:defRPr/>
            </a:lvl2pPr>
            <a:lvl3pPr marL="685783" indent="-228594" rtl="0">
              <a:buFont typeface="Arial" panose="020B0604020202020204" pitchFamily="34" charset="0"/>
              <a:buChar char="•"/>
              <a:defRPr/>
            </a:lvl3pPr>
            <a:lvl4pPr marL="914377" indent="-228594" rtl="0">
              <a:buFont typeface="Arial" panose="020B0604020202020204" pitchFamily="34" charset="0"/>
              <a:buChar char="–"/>
              <a:defRPr/>
            </a:lvl4pPr>
            <a:lvl5pPr marL="1142971" indent="-228594" rtl="0">
              <a:buFont typeface="Arial" panose="020B0604020202020204" pitchFamily="34" charset="0"/>
              <a:buChar char="•"/>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dirty="0"/>
          </a:p>
        </p:txBody>
      </p:sp>
      <p:sp>
        <p:nvSpPr>
          <p:cNvPr id="4" name="Plassholder for dato 3">
            <a:extLst>
              <a:ext uri="{FF2B5EF4-FFF2-40B4-BE49-F238E27FC236}">
                <a16:creationId xmlns:a16="http://schemas.microsoft.com/office/drawing/2014/main" id="{6415BFFD-4019-4E4D-29DD-0B9F958E993C}"/>
              </a:ext>
            </a:extLst>
          </p:cNvPr>
          <p:cNvSpPr>
            <a:spLocks noGrp="1"/>
          </p:cNvSpPr>
          <p:nvPr>
            <p:ph type="dt" sz="half" idx="10"/>
          </p:nvPr>
        </p:nvSpPr>
        <p:spPr>
          <a:xfrm>
            <a:off x="0" y="-257361"/>
            <a:ext cx="0" cy="205184"/>
          </a:xfrm>
          <a:prstGeom prst="rect">
            <a:avLst/>
          </a:prstGeom>
        </p:spPr>
        <p:txBody>
          <a:bodyPr/>
          <a:lstStyle>
            <a:lvl1pPr rtl="0">
              <a:defRPr/>
            </a:lvl1pPr>
          </a:lstStyle>
          <a:p>
            <a:fld id="{0CFF321A-25EE-45DB-97BB-8AC4499437FF}" type="datetime1">
              <a:rPr lang="en-GB" smtClean="0"/>
              <a:pPr/>
              <a:t>06/01/2025</a:t>
            </a:fld>
            <a:endParaRPr lang="en-GB" dirty="0"/>
          </a:p>
        </p:txBody>
      </p:sp>
      <p:sp>
        <p:nvSpPr>
          <p:cNvPr id="5" name="Plassholder for bunntekst 4">
            <a:extLst>
              <a:ext uri="{FF2B5EF4-FFF2-40B4-BE49-F238E27FC236}">
                <a16:creationId xmlns:a16="http://schemas.microsoft.com/office/drawing/2014/main" id="{A85F14F5-4F21-522C-2C06-48F1BC0A4CA7}"/>
              </a:ext>
            </a:extLst>
          </p:cNvPr>
          <p:cNvSpPr>
            <a:spLocks noGrp="1"/>
          </p:cNvSpPr>
          <p:nvPr>
            <p:ph type="ftr" sz="quarter" idx="11"/>
          </p:nvPr>
        </p:nvSpPr>
        <p:spPr>
          <a:xfrm>
            <a:off x="2146100" y="6150583"/>
            <a:ext cx="2269381" cy="246221"/>
          </a:xfrm>
          <a:prstGeom prst="rect">
            <a:avLst/>
          </a:prstGeom>
        </p:spPr>
        <p:txBody>
          <a:bodyPr/>
          <a:lstStyle>
            <a:lvl1pPr rtl="0">
              <a:defRPr/>
            </a:lvl1pPr>
          </a:lstStyle>
          <a:p>
            <a:r>
              <a:rPr lang="en-GB" dirty="0"/>
              <a:t>See Statement of Proprietary information</a:t>
            </a:r>
          </a:p>
        </p:txBody>
      </p:sp>
      <p:sp>
        <p:nvSpPr>
          <p:cNvPr id="6" name="Plassholder for lysbildenummer 5">
            <a:extLst>
              <a:ext uri="{FF2B5EF4-FFF2-40B4-BE49-F238E27FC236}">
                <a16:creationId xmlns:a16="http://schemas.microsoft.com/office/drawing/2014/main" id="{136D1912-578F-7E68-51E9-27B2F00DCDD5}"/>
              </a:ext>
            </a:extLst>
          </p:cNvPr>
          <p:cNvSpPr>
            <a:spLocks noGrp="1"/>
          </p:cNvSpPr>
          <p:nvPr>
            <p:ph type="sldNum" sz="quarter" idx="12"/>
          </p:nvPr>
        </p:nvSpPr>
        <p:spPr/>
        <p:txBody>
          <a:bodyPr/>
          <a:lstStyle>
            <a:lvl1pPr rtl="0">
              <a:defRPr/>
            </a:lvl1pPr>
          </a:lstStyle>
          <a:p>
            <a:fld id="{75567799-16DF-41EB-91D4-5F77DECB4B9E}" type="slidenum">
              <a:rPr lang="en-GB" smtClean="0"/>
              <a:pPr/>
              <a:t>‹#›</a:t>
            </a:fld>
            <a:endParaRPr lang="en-GB" dirty="0"/>
          </a:p>
        </p:txBody>
      </p:sp>
      <p:sp>
        <p:nvSpPr>
          <p:cNvPr id="10" name="Undertittel 8">
            <a:extLst>
              <a:ext uri="{FF2B5EF4-FFF2-40B4-BE49-F238E27FC236}">
                <a16:creationId xmlns:a16="http://schemas.microsoft.com/office/drawing/2014/main" id="{5701DB25-AA45-E795-20F5-DD730B0E8C89}"/>
              </a:ext>
            </a:extLst>
          </p:cNvPr>
          <p:cNvSpPr>
            <a:spLocks noGrp="1"/>
          </p:cNvSpPr>
          <p:nvPr>
            <p:ph type="subTitle" sz="quarter" idx="13"/>
          </p:nvPr>
        </p:nvSpPr>
        <p:spPr>
          <a:xfrm>
            <a:off x="451199" y="451201"/>
            <a:ext cx="11314081" cy="410369"/>
          </a:xfrm>
          <a:prstGeom prst="rect">
            <a:avLst/>
          </a:prstGeom>
        </p:spPr>
        <p:txBody>
          <a:bodyPr lIns="91440" tIns="45720" rIns="91440" bIns="45720"/>
          <a:lstStyle>
            <a:lvl1pPr marL="0" indent="0" algn="l" rtl="0">
              <a:buNone/>
              <a:defRPr sz="1867"/>
            </a:lvl1pPr>
            <a:lvl2pPr marL="609585" indent="0" algn="ctr">
              <a:buNone/>
            </a:lvl2pPr>
            <a:lvl3pPr marL="1219170" indent="0" algn="ctr">
              <a:buNone/>
            </a:lvl3pPr>
            <a:lvl4pPr marL="1828754" indent="0" algn="ctr">
              <a:buNone/>
            </a:lvl4pPr>
            <a:lvl5pPr marL="2438339" indent="0" algn="ctr">
              <a:buNone/>
            </a:lvl5pPr>
            <a:lvl6pPr marL="3047924" indent="0" algn="ctr">
              <a:buNone/>
            </a:lvl6pPr>
            <a:lvl7pPr marL="3657509" indent="0" algn="ctr">
              <a:buNone/>
            </a:lvl7pPr>
            <a:lvl8pPr marL="4267093" indent="0" algn="ctr">
              <a:buNone/>
            </a:lvl8pPr>
            <a:lvl9pPr marL="4876678" indent="0" algn="ctr">
              <a:buNone/>
            </a:lvl9pPr>
          </a:lstStyle>
          <a:p>
            <a:r>
              <a:rPr lang="en-US"/>
              <a:t>Click to edit Master subtitle style</a:t>
            </a:r>
            <a:endParaRPr lang="en-GB" dirty="0"/>
          </a:p>
        </p:txBody>
      </p:sp>
    </p:spTree>
    <p:extLst>
      <p:ext uri="{BB962C8B-B14F-4D97-AF65-F5344CB8AC3E}">
        <p14:creationId xmlns:p14="http://schemas.microsoft.com/office/powerpoint/2010/main" val="18572233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wo columns">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5DBE513C-B2DE-9433-857F-058B45FCE5E0}"/>
              </a:ext>
            </a:extLst>
          </p:cNvPr>
          <p:cNvSpPr>
            <a:spLocks noGrp="1"/>
          </p:cNvSpPr>
          <p:nvPr>
            <p:ph type="title"/>
          </p:nvPr>
        </p:nvSpPr>
        <p:spPr/>
        <p:txBody>
          <a:bodyPr/>
          <a:lstStyle/>
          <a:p>
            <a:r>
              <a:rPr lang="en-US"/>
              <a:t>Click to edit Master title style</a:t>
            </a:r>
            <a:endParaRPr lang="nb-NO" dirty="0"/>
          </a:p>
        </p:txBody>
      </p:sp>
      <p:sp>
        <p:nvSpPr>
          <p:cNvPr id="3" name="Plassholder for innhold 2">
            <a:extLst>
              <a:ext uri="{FF2B5EF4-FFF2-40B4-BE49-F238E27FC236}">
                <a16:creationId xmlns:a16="http://schemas.microsoft.com/office/drawing/2014/main" id="{77FA01FE-E7E0-4DE6-B5A8-8F9DE5AF4D6F}"/>
              </a:ext>
            </a:extLst>
          </p:cNvPr>
          <p:cNvSpPr>
            <a:spLocks noGrp="1"/>
          </p:cNvSpPr>
          <p:nvPr>
            <p:ph sz="half" idx="1"/>
          </p:nvPr>
        </p:nvSpPr>
        <p:spPr>
          <a:xfrm>
            <a:off x="450694" y="1680002"/>
            <a:ext cx="5211813" cy="42037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dirty="0"/>
          </a:p>
        </p:txBody>
      </p:sp>
      <p:sp>
        <p:nvSpPr>
          <p:cNvPr id="4" name="Plassholder for innhold 3">
            <a:extLst>
              <a:ext uri="{FF2B5EF4-FFF2-40B4-BE49-F238E27FC236}">
                <a16:creationId xmlns:a16="http://schemas.microsoft.com/office/drawing/2014/main" id="{7C24EA00-2B84-470D-CC00-3E2236F563AC}"/>
              </a:ext>
            </a:extLst>
          </p:cNvPr>
          <p:cNvSpPr>
            <a:spLocks noGrp="1"/>
          </p:cNvSpPr>
          <p:nvPr>
            <p:ph sz="half" idx="2"/>
          </p:nvPr>
        </p:nvSpPr>
        <p:spPr>
          <a:xfrm>
            <a:off x="6553467" y="1680002"/>
            <a:ext cx="5211813" cy="42037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dirty="0"/>
          </a:p>
        </p:txBody>
      </p:sp>
      <p:sp>
        <p:nvSpPr>
          <p:cNvPr id="5" name="Plassholder for dato 4">
            <a:extLst>
              <a:ext uri="{FF2B5EF4-FFF2-40B4-BE49-F238E27FC236}">
                <a16:creationId xmlns:a16="http://schemas.microsoft.com/office/drawing/2014/main" id="{C0E3FBCA-B056-0543-C073-B6BC9628BF01}"/>
              </a:ext>
            </a:extLst>
          </p:cNvPr>
          <p:cNvSpPr>
            <a:spLocks noGrp="1"/>
          </p:cNvSpPr>
          <p:nvPr>
            <p:ph type="dt" sz="half" idx="10"/>
          </p:nvPr>
        </p:nvSpPr>
        <p:spPr>
          <a:xfrm>
            <a:off x="0" y="-257361"/>
            <a:ext cx="0" cy="205184"/>
          </a:xfrm>
          <a:prstGeom prst="rect">
            <a:avLst/>
          </a:prstGeom>
        </p:spPr>
        <p:txBody>
          <a:bodyPr/>
          <a:lstStyle/>
          <a:p>
            <a:fld id="{DA388C3F-5DFD-4D0E-BCA0-E183C8676056}" type="datetime1">
              <a:rPr lang="nb-NO" smtClean="0"/>
              <a:t>06.01.2025</a:t>
            </a:fld>
            <a:endParaRPr lang="nb-NO" dirty="0"/>
          </a:p>
        </p:txBody>
      </p:sp>
      <p:sp>
        <p:nvSpPr>
          <p:cNvPr id="6" name="Plassholder for bunntekst 5">
            <a:extLst>
              <a:ext uri="{FF2B5EF4-FFF2-40B4-BE49-F238E27FC236}">
                <a16:creationId xmlns:a16="http://schemas.microsoft.com/office/drawing/2014/main" id="{901152F6-1B95-68F1-294F-7888F984BF49}"/>
              </a:ext>
            </a:extLst>
          </p:cNvPr>
          <p:cNvSpPr>
            <a:spLocks noGrp="1"/>
          </p:cNvSpPr>
          <p:nvPr>
            <p:ph type="ftr" sz="quarter" idx="11"/>
          </p:nvPr>
        </p:nvSpPr>
        <p:spPr>
          <a:xfrm>
            <a:off x="2146100" y="6150583"/>
            <a:ext cx="2269381" cy="246221"/>
          </a:xfrm>
          <a:prstGeom prst="rect">
            <a:avLst/>
          </a:prstGeom>
        </p:spPr>
        <p:txBody>
          <a:bodyPr/>
          <a:lstStyle/>
          <a:p>
            <a:r>
              <a:rPr lang="en-US" dirty="0"/>
              <a:t>See Statement of Proprietary information</a:t>
            </a:r>
            <a:endParaRPr lang="nb-NO" dirty="0"/>
          </a:p>
        </p:txBody>
      </p:sp>
      <p:sp>
        <p:nvSpPr>
          <p:cNvPr id="7" name="Plassholder for lysbildenummer 6">
            <a:extLst>
              <a:ext uri="{FF2B5EF4-FFF2-40B4-BE49-F238E27FC236}">
                <a16:creationId xmlns:a16="http://schemas.microsoft.com/office/drawing/2014/main" id="{22A9E62E-B7E9-6467-1F26-A0370F1E0621}"/>
              </a:ext>
            </a:extLst>
          </p:cNvPr>
          <p:cNvSpPr>
            <a:spLocks noGrp="1"/>
          </p:cNvSpPr>
          <p:nvPr>
            <p:ph type="sldNum" sz="quarter" idx="12"/>
          </p:nvPr>
        </p:nvSpPr>
        <p:spPr/>
        <p:txBody>
          <a:bodyPr/>
          <a:lstStyle/>
          <a:p>
            <a:fld id="{75567799-16DF-41EB-91D4-5F77DECB4B9E}" type="slidenum">
              <a:rPr lang="nb-NO" smtClean="0"/>
              <a:t>‹#›</a:t>
            </a:fld>
            <a:endParaRPr lang="nb-NO" dirty="0"/>
          </a:p>
        </p:txBody>
      </p:sp>
      <p:sp>
        <p:nvSpPr>
          <p:cNvPr id="8" name="Undertittel 8">
            <a:extLst>
              <a:ext uri="{FF2B5EF4-FFF2-40B4-BE49-F238E27FC236}">
                <a16:creationId xmlns:a16="http://schemas.microsoft.com/office/drawing/2014/main" id="{93DFBEBE-6503-130D-C31A-2ACCC507F235}"/>
              </a:ext>
            </a:extLst>
          </p:cNvPr>
          <p:cNvSpPr>
            <a:spLocks noGrp="1"/>
          </p:cNvSpPr>
          <p:nvPr>
            <p:ph type="subTitle" sz="quarter" idx="13"/>
          </p:nvPr>
        </p:nvSpPr>
        <p:spPr>
          <a:xfrm>
            <a:off x="451199" y="451201"/>
            <a:ext cx="11314081" cy="410369"/>
          </a:xfrm>
          <a:prstGeom prst="rect">
            <a:avLst/>
          </a:prstGeom>
        </p:spPr>
        <p:txBody>
          <a:bodyPr lIns="91440" tIns="45720" rIns="91440" bIns="45720"/>
          <a:lstStyle>
            <a:lvl1pPr marL="0" indent="0" algn="l" rtl="0">
              <a:buNone/>
              <a:defRPr sz="1867"/>
            </a:lvl1pPr>
            <a:lvl2pPr marL="609585" indent="0" algn="ctr">
              <a:buNone/>
            </a:lvl2pPr>
            <a:lvl3pPr marL="1219170" indent="0" algn="ctr">
              <a:buNone/>
            </a:lvl3pPr>
            <a:lvl4pPr marL="1828754" indent="0" algn="ctr">
              <a:buNone/>
            </a:lvl4pPr>
            <a:lvl5pPr marL="2438339" indent="0" algn="ctr">
              <a:buNone/>
            </a:lvl5pPr>
            <a:lvl6pPr marL="3047924" indent="0" algn="ctr">
              <a:buNone/>
            </a:lvl6pPr>
            <a:lvl7pPr marL="3657509" indent="0" algn="ctr">
              <a:buNone/>
            </a:lvl7pPr>
            <a:lvl8pPr marL="4267093" indent="0" algn="ctr">
              <a:buNone/>
            </a:lvl8pPr>
            <a:lvl9pPr marL="4876678" indent="0" algn="ctr">
              <a:buNone/>
            </a:lvl9pPr>
          </a:lstStyle>
          <a:p>
            <a:r>
              <a:rPr lang="en-US"/>
              <a:t>Click to edit Master subtitle style</a:t>
            </a:r>
            <a:endParaRPr lang="en-GB" dirty="0"/>
          </a:p>
        </p:txBody>
      </p:sp>
    </p:spTree>
    <p:extLst>
      <p:ext uri="{BB962C8B-B14F-4D97-AF65-F5344CB8AC3E}">
        <p14:creationId xmlns:p14="http://schemas.microsoft.com/office/powerpoint/2010/main" val="365702660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 Title">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6DD0747E-2D8D-B63E-D944-074D2E20B73D}"/>
              </a:ext>
            </a:extLst>
          </p:cNvPr>
          <p:cNvGraphicFramePr>
            <a:graphicFrameLocks noChangeAspect="1"/>
          </p:cNvGraphicFramePr>
          <p:nvPr userDrawn="1">
            <p:custDataLst>
              <p:tags r:id="rId1"/>
            </p:custDataLst>
            <p:extLst>
              <p:ext uri="{D42A27DB-BD31-4B8C-83A1-F6EECF244321}">
                <p14:modId xmlns:p14="http://schemas.microsoft.com/office/powerpoint/2010/main" val="2334388052"/>
              </p:ext>
            </p:extLst>
          </p:nvPr>
        </p:nvGraphicFramePr>
        <p:xfrm>
          <a:off x="2118" y="2118"/>
          <a:ext cx="2117" cy="2117"/>
        </p:xfrm>
        <a:graphic>
          <a:graphicData uri="http://schemas.openxmlformats.org/presentationml/2006/ole">
            <mc:AlternateContent xmlns:mc="http://schemas.openxmlformats.org/markup-compatibility/2006">
              <mc:Choice xmlns:v="urn:schemas-microsoft-com:vml" Requires="v">
                <p:oleObj name="think-cell Slide" r:id="rId3" imgW="408" imgH="408" progId="TCLayout.ActiveDocument.1">
                  <p:embed/>
                </p:oleObj>
              </mc:Choice>
              <mc:Fallback>
                <p:oleObj name="think-cell Slide" r:id="rId3" imgW="408" imgH="408" progId="TCLayout.ActiveDocument.1">
                  <p:embed/>
                  <p:pic>
                    <p:nvPicPr>
                      <p:cNvPr id="8" name="think-cell data - do not delete" hidden="1">
                        <a:extLst>
                          <a:ext uri="{FF2B5EF4-FFF2-40B4-BE49-F238E27FC236}">
                            <a16:creationId xmlns:a16="http://schemas.microsoft.com/office/drawing/2014/main" id="{6DD0747E-2D8D-B63E-D944-074D2E20B73D}"/>
                          </a:ext>
                        </a:extLst>
                      </p:cNvPr>
                      <p:cNvPicPr/>
                      <p:nvPr/>
                    </p:nvPicPr>
                    <p:blipFill>
                      <a:blip r:embed="rId4"/>
                      <a:stretch>
                        <a:fillRect/>
                      </a:stretch>
                    </p:blipFill>
                    <p:spPr>
                      <a:xfrm>
                        <a:off x="2118" y="2118"/>
                        <a:ext cx="2117" cy="2117"/>
                      </a:xfrm>
                      <a:prstGeom prst="rect">
                        <a:avLst/>
                      </a:prstGeom>
                    </p:spPr>
                  </p:pic>
                </p:oleObj>
              </mc:Fallback>
            </mc:AlternateContent>
          </a:graphicData>
        </a:graphic>
      </p:graphicFrame>
      <p:sp>
        <p:nvSpPr>
          <p:cNvPr id="2" name="Tittel 1">
            <a:extLst>
              <a:ext uri="{FF2B5EF4-FFF2-40B4-BE49-F238E27FC236}">
                <a16:creationId xmlns:a16="http://schemas.microsoft.com/office/drawing/2014/main" id="{6F553747-2654-F532-A5F7-E42586E63CA6}"/>
              </a:ext>
            </a:extLst>
          </p:cNvPr>
          <p:cNvSpPr>
            <a:spLocks noGrp="1"/>
          </p:cNvSpPr>
          <p:nvPr>
            <p:ph type="title"/>
          </p:nvPr>
        </p:nvSpPr>
        <p:spPr/>
        <p:txBody>
          <a:bodyPr vert="horz"/>
          <a:lstStyle>
            <a:lvl1pPr rtl="0">
              <a:defRPr/>
            </a:lvl1pPr>
          </a:lstStyle>
          <a:p>
            <a:r>
              <a:rPr lang="en-US"/>
              <a:t>Click to edit Master title style</a:t>
            </a:r>
            <a:endParaRPr lang="en-GB" dirty="0"/>
          </a:p>
        </p:txBody>
      </p:sp>
      <p:sp>
        <p:nvSpPr>
          <p:cNvPr id="4" name="Plassholder for dato 3">
            <a:extLst>
              <a:ext uri="{FF2B5EF4-FFF2-40B4-BE49-F238E27FC236}">
                <a16:creationId xmlns:a16="http://schemas.microsoft.com/office/drawing/2014/main" id="{6415BFFD-4019-4E4D-29DD-0B9F958E993C}"/>
              </a:ext>
            </a:extLst>
          </p:cNvPr>
          <p:cNvSpPr>
            <a:spLocks noGrp="1"/>
          </p:cNvSpPr>
          <p:nvPr>
            <p:ph type="dt" sz="half" idx="10"/>
          </p:nvPr>
        </p:nvSpPr>
        <p:spPr>
          <a:xfrm>
            <a:off x="0" y="-257361"/>
            <a:ext cx="0" cy="205184"/>
          </a:xfrm>
          <a:prstGeom prst="rect">
            <a:avLst/>
          </a:prstGeom>
        </p:spPr>
        <p:txBody>
          <a:bodyPr/>
          <a:lstStyle>
            <a:lvl1pPr rtl="0">
              <a:defRPr/>
            </a:lvl1pPr>
          </a:lstStyle>
          <a:p>
            <a:fld id="{0CFF321A-25EE-45DB-97BB-8AC4499437FF}" type="datetime1">
              <a:rPr lang="en-GB" smtClean="0"/>
              <a:pPr/>
              <a:t>06/01/2025</a:t>
            </a:fld>
            <a:endParaRPr lang="en-GB" dirty="0"/>
          </a:p>
        </p:txBody>
      </p:sp>
      <p:sp>
        <p:nvSpPr>
          <p:cNvPr id="5" name="Plassholder for bunntekst 4">
            <a:extLst>
              <a:ext uri="{FF2B5EF4-FFF2-40B4-BE49-F238E27FC236}">
                <a16:creationId xmlns:a16="http://schemas.microsoft.com/office/drawing/2014/main" id="{A85F14F5-4F21-522C-2C06-48F1BC0A4CA7}"/>
              </a:ext>
            </a:extLst>
          </p:cNvPr>
          <p:cNvSpPr>
            <a:spLocks noGrp="1"/>
          </p:cNvSpPr>
          <p:nvPr>
            <p:ph type="ftr" sz="quarter" idx="11"/>
          </p:nvPr>
        </p:nvSpPr>
        <p:spPr>
          <a:xfrm>
            <a:off x="2146100" y="6150583"/>
            <a:ext cx="2269381" cy="246221"/>
          </a:xfrm>
          <a:prstGeom prst="rect">
            <a:avLst/>
          </a:prstGeom>
        </p:spPr>
        <p:txBody>
          <a:bodyPr/>
          <a:lstStyle>
            <a:lvl1pPr rtl="0">
              <a:defRPr/>
            </a:lvl1pPr>
          </a:lstStyle>
          <a:p>
            <a:r>
              <a:rPr lang="en-GB" dirty="0"/>
              <a:t>See Statement of Proprietary information</a:t>
            </a:r>
          </a:p>
        </p:txBody>
      </p:sp>
      <p:sp>
        <p:nvSpPr>
          <p:cNvPr id="6" name="Plassholder for lysbildenummer 5">
            <a:extLst>
              <a:ext uri="{FF2B5EF4-FFF2-40B4-BE49-F238E27FC236}">
                <a16:creationId xmlns:a16="http://schemas.microsoft.com/office/drawing/2014/main" id="{136D1912-578F-7E68-51E9-27B2F00DCDD5}"/>
              </a:ext>
            </a:extLst>
          </p:cNvPr>
          <p:cNvSpPr>
            <a:spLocks noGrp="1"/>
          </p:cNvSpPr>
          <p:nvPr>
            <p:ph type="sldNum" sz="quarter" idx="12"/>
          </p:nvPr>
        </p:nvSpPr>
        <p:spPr/>
        <p:txBody>
          <a:bodyPr/>
          <a:lstStyle>
            <a:lvl1pPr rtl="0">
              <a:defRPr/>
            </a:lvl1pPr>
          </a:lstStyle>
          <a:p>
            <a:fld id="{75567799-16DF-41EB-91D4-5F77DECB4B9E}" type="slidenum">
              <a:rPr lang="en-GB" smtClean="0"/>
              <a:pPr/>
              <a:t>‹#›</a:t>
            </a:fld>
            <a:endParaRPr lang="en-GB" dirty="0"/>
          </a:p>
        </p:txBody>
      </p:sp>
      <p:sp>
        <p:nvSpPr>
          <p:cNvPr id="10" name="Undertittel 8">
            <a:extLst>
              <a:ext uri="{FF2B5EF4-FFF2-40B4-BE49-F238E27FC236}">
                <a16:creationId xmlns:a16="http://schemas.microsoft.com/office/drawing/2014/main" id="{5701DB25-AA45-E795-20F5-DD730B0E8C89}"/>
              </a:ext>
            </a:extLst>
          </p:cNvPr>
          <p:cNvSpPr>
            <a:spLocks noGrp="1"/>
          </p:cNvSpPr>
          <p:nvPr>
            <p:ph type="subTitle" sz="quarter" idx="13"/>
          </p:nvPr>
        </p:nvSpPr>
        <p:spPr>
          <a:xfrm>
            <a:off x="451199" y="451201"/>
            <a:ext cx="11314081" cy="410369"/>
          </a:xfrm>
          <a:prstGeom prst="rect">
            <a:avLst/>
          </a:prstGeom>
        </p:spPr>
        <p:txBody>
          <a:bodyPr lIns="91440" tIns="45720" rIns="91440" bIns="45720"/>
          <a:lstStyle>
            <a:lvl1pPr marL="0" indent="0" algn="l" rtl="0">
              <a:buNone/>
              <a:defRPr sz="1867"/>
            </a:lvl1pPr>
            <a:lvl2pPr marL="609585" indent="0" algn="ctr">
              <a:buNone/>
            </a:lvl2pPr>
            <a:lvl3pPr marL="1219170" indent="0" algn="ctr">
              <a:buNone/>
            </a:lvl3pPr>
            <a:lvl4pPr marL="1828754" indent="0" algn="ctr">
              <a:buNone/>
            </a:lvl4pPr>
            <a:lvl5pPr marL="2438339" indent="0" algn="ctr">
              <a:buNone/>
            </a:lvl5pPr>
            <a:lvl6pPr marL="3047924" indent="0" algn="ctr">
              <a:buNone/>
            </a:lvl6pPr>
            <a:lvl7pPr marL="3657509" indent="0" algn="ctr">
              <a:buNone/>
            </a:lvl7pPr>
            <a:lvl8pPr marL="4267093" indent="0" algn="ctr">
              <a:buNone/>
            </a:lvl8pPr>
            <a:lvl9pPr marL="4876678" indent="0" algn="ctr">
              <a:buNone/>
            </a:lvl9pPr>
          </a:lstStyle>
          <a:p>
            <a:r>
              <a:rPr lang="en-US"/>
              <a:t>Click to edit Master subtitle style</a:t>
            </a:r>
            <a:endParaRPr lang="en-GB" dirty="0"/>
          </a:p>
        </p:txBody>
      </p:sp>
    </p:spTree>
    <p:extLst>
      <p:ext uri="{BB962C8B-B14F-4D97-AF65-F5344CB8AC3E}">
        <p14:creationId xmlns:p14="http://schemas.microsoft.com/office/powerpoint/2010/main" val="96877007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Chapter slide">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id="{D86F4DCE-9207-721B-DAAD-33894E0EC78B}"/>
              </a:ext>
            </a:extLst>
          </p:cNvPr>
          <p:cNvGraphicFramePr>
            <a:graphicFrameLocks noChangeAspect="1"/>
          </p:cNvGraphicFramePr>
          <p:nvPr userDrawn="1">
            <p:custDataLst>
              <p:tags r:id="rId1"/>
            </p:custDataLst>
            <p:extLst>
              <p:ext uri="{D42A27DB-BD31-4B8C-83A1-F6EECF244321}">
                <p14:modId xmlns:p14="http://schemas.microsoft.com/office/powerpoint/2010/main" val="3836585687"/>
              </p:ext>
            </p:extLst>
          </p:nvPr>
        </p:nvGraphicFramePr>
        <p:xfrm>
          <a:off x="2118" y="2118"/>
          <a:ext cx="2117" cy="2117"/>
        </p:xfrm>
        <a:graphic>
          <a:graphicData uri="http://schemas.openxmlformats.org/presentationml/2006/ole">
            <mc:AlternateContent xmlns:mc="http://schemas.openxmlformats.org/markup-compatibility/2006">
              <mc:Choice xmlns:v="urn:schemas-microsoft-com:vml" Requires="v">
                <p:oleObj name="think-cell Slide" r:id="rId3" imgW="408" imgH="408" progId="TCLayout.ActiveDocument.1">
                  <p:embed/>
                </p:oleObj>
              </mc:Choice>
              <mc:Fallback>
                <p:oleObj name="think-cell Slide" r:id="rId3" imgW="408" imgH="408" progId="TCLayout.ActiveDocument.1">
                  <p:embed/>
                  <p:pic>
                    <p:nvPicPr>
                      <p:cNvPr id="10" name="think-cell data - do not delete" hidden="1">
                        <a:extLst>
                          <a:ext uri="{FF2B5EF4-FFF2-40B4-BE49-F238E27FC236}">
                            <a16:creationId xmlns:a16="http://schemas.microsoft.com/office/drawing/2014/main" id="{D86F4DCE-9207-721B-DAAD-33894E0EC78B}"/>
                          </a:ext>
                        </a:extLst>
                      </p:cNvPr>
                      <p:cNvPicPr/>
                      <p:nvPr/>
                    </p:nvPicPr>
                    <p:blipFill>
                      <a:blip r:embed="rId4"/>
                      <a:stretch>
                        <a:fillRect/>
                      </a:stretch>
                    </p:blipFill>
                    <p:spPr>
                      <a:xfrm>
                        <a:off x="2118" y="2118"/>
                        <a:ext cx="2117" cy="2117"/>
                      </a:xfrm>
                      <a:prstGeom prst="rect">
                        <a:avLst/>
                      </a:prstGeom>
                    </p:spPr>
                  </p:pic>
                </p:oleObj>
              </mc:Fallback>
            </mc:AlternateContent>
          </a:graphicData>
        </a:graphic>
      </p:graphicFrame>
      <p:sp>
        <p:nvSpPr>
          <p:cNvPr id="3" name="Rectangle 7">
            <a:extLst>
              <a:ext uri="{FF2B5EF4-FFF2-40B4-BE49-F238E27FC236}">
                <a16:creationId xmlns:a16="http://schemas.microsoft.com/office/drawing/2014/main" id="{69DAB40F-A2CE-76A5-4638-A43D0F378147}"/>
              </a:ext>
            </a:extLst>
          </p:cNvPr>
          <p:cNvSpPr/>
          <p:nvPr userDrawn="1"/>
        </p:nvSpPr>
        <p:spPr>
          <a:xfrm rot="5400000">
            <a:off x="809981" y="1571984"/>
            <a:ext cx="4815824" cy="5756208"/>
          </a:xfrm>
          <a:prstGeom prst="rect">
            <a:avLst/>
          </a:prstGeom>
          <a:solidFill>
            <a:srgbClr val="BCFFF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sz="2400" dirty="0"/>
          </a:p>
        </p:txBody>
      </p:sp>
      <p:sp>
        <p:nvSpPr>
          <p:cNvPr id="15" name="Plassholder for bilde 14">
            <a:extLst>
              <a:ext uri="{FF2B5EF4-FFF2-40B4-BE49-F238E27FC236}">
                <a16:creationId xmlns:a16="http://schemas.microsoft.com/office/drawing/2014/main" id="{E0A74F4A-623F-9A40-E271-672454C1B81F}"/>
              </a:ext>
            </a:extLst>
          </p:cNvPr>
          <p:cNvSpPr>
            <a:spLocks noGrp="1"/>
          </p:cNvSpPr>
          <p:nvPr>
            <p:ph type="pic" sz="quarter" idx="13"/>
          </p:nvPr>
        </p:nvSpPr>
        <p:spPr>
          <a:xfrm>
            <a:off x="6095998" y="-3"/>
            <a:ext cx="6096001" cy="6858003"/>
          </a:xfrm>
          <a:prstGeom prst="rect">
            <a:avLst/>
          </a:prstGeom>
          <a:solidFill>
            <a:srgbClr val="BFBFBF"/>
          </a:solidFill>
        </p:spPr>
        <p:txBody>
          <a:bodyPr tIns="585211"/>
          <a:lstStyle>
            <a:lvl1pPr marL="228594" indent="-228594" algn="ctr" defTabSz="914377" rtl="0" eaLnBrk="1" latinLnBrk="0" hangingPunct="1">
              <a:lnSpc>
                <a:spcPct val="110000"/>
              </a:lnSpc>
              <a:spcBef>
                <a:spcPts val="0"/>
              </a:spcBef>
              <a:buFont typeface="Arial" panose="020B0604020202020204" pitchFamily="34" charset="0"/>
              <a:buNone/>
              <a:defRPr sz="1600"/>
            </a:lvl1pPr>
          </a:lstStyle>
          <a:p>
            <a:r>
              <a:rPr lang="en-US"/>
              <a:t>Click icon to add picture</a:t>
            </a:r>
            <a:endParaRPr lang="en-GB" dirty="0"/>
          </a:p>
        </p:txBody>
      </p:sp>
      <p:sp>
        <p:nvSpPr>
          <p:cNvPr id="9" name="Rectangle 7">
            <a:extLst>
              <a:ext uri="{FF2B5EF4-FFF2-40B4-BE49-F238E27FC236}">
                <a16:creationId xmlns:a16="http://schemas.microsoft.com/office/drawing/2014/main" id="{4C732CA1-615D-4CF7-9B62-7BD5D27343B0}"/>
              </a:ext>
            </a:extLst>
          </p:cNvPr>
          <p:cNvSpPr/>
          <p:nvPr/>
        </p:nvSpPr>
        <p:spPr>
          <a:xfrm rot="5400000">
            <a:off x="1000087" y="1762088"/>
            <a:ext cx="4815824" cy="5376000"/>
          </a:xfrm>
          <a:prstGeom prst="rect">
            <a:avLst/>
          </a:prstGeom>
          <a:solidFill>
            <a:srgbClr val="BCFFF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sz="2400" dirty="0"/>
          </a:p>
        </p:txBody>
      </p:sp>
      <p:sp>
        <p:nvSpPr>
          <p:cNvPr id="4" name="Plassholder for dato 3">
            <a:extLst>
              <a:ext uri="{FF2B5EF4-FFF2-40B4-BE49-F238E27FC236}">
                <a16:creationId xmlns:a16="http://schemas.microsoft.com/office/drawing/2014/main" id="{45D94ABE-C9B1-7446-5386-6FC066D1E55B}"/>
              </a:ext>
            </a:extLst>
          </p:cNvPr>
          <p:cNvSpPr>
            <a:spLocks noGrp="1"/>
          </p:cNvSpPr>
          <p:nvPr>
            <p:ph type="dt" sz="half" idx="10"/>
          </p:nvPr>
        </p:nvSpPr>
        <p:spPr>
          <a:xfrm>
            <a:off x="0" y="-257361"/>
            <a:ext cx="0" cy="205184"/>
          </a:xfrm>
          <a:prstGeom prst="rect">
            <a:avLst/>
          </a:prstGeom>
        </p:spPr>
        <p:txBody>
          <a:bodyPr/>
          <a:lstStyle>
            <a:lvl1pPr rtl="0">
              <a:defRPr/>
            </a:lvl1pPr>
          </a:lstStyle>
          <a:p>
            <a:fld id="{FEEF75D3-5389-4B66-AFC4-DEFF8E6AA7F1}" type="datetime1">
              <a:rPr lang="en-GB" smtClean="0"/>
              <a:pPr/>
              <a:t>06/01/2025</a:t>
            </a:fld>
            <a:endParaRPr lang="en-GB" dirty="0"/>
          </a:p>
        </p:txBody>
      </p:sp>
      <p:sp>
        <p:nvSpPr>
          <p:cNvPr id="6" name="Plassholder for lysbildenummer 5">
            <a:extLst>
              <a:ext uri="{FF2B5EF4-FFF2-40B4-BE49-F238E27FC236}">
                <a16:creationId xmlns:a16="http://schemas.microsoft.com/office/drawing/2014/main" id="{E49B9440-DF30-CE7D-8BDF-7B6E524A6C24}"/>
              </a:ext>
            </a:extLst>
          </p:cNvPr>
          <p:cNvSpPr>
            <a:spLocks noGrp="1"/>
          </p:cNvSpPr>
          <p:nvPr>
            <p:ph type="sldNum" sz="quarter" idx="12"/>
          </p:nvPr>
        </p:nvSpPr>
        <p:spPr>
          <a:xfrm>
            <a:off x="11192400" y="6201767"/>
            <a:ext cx="574284" cy="144000"/>
          </a:xfrm>
        </p:spPr>
        <p:txBody>
          <a:bodyPr/>
          <a:lstStyle>
            <a:lvl1pPr rtl="0">
              <a:defRPr>
                <a:solidFill>
                  <a:schemeClr val="lt1"/>
                </a:solidFill>
              </a:defRPr>
            </a:lvl1pPr>
          </a:lstStyle>
          <a:p>
            <a:fld id="{75567799-16DF-41EB-91D4-5F77DECB4B9E}" type="slidenum">
              <a:rPr lang="en-GB" smtClean="0"/>
              <a:pPr/>
              <a:t>‹#›</a:t>
            </a:fld>
            <a:endParaRPr lang="en-GB" dirty="0"/>
          </a:p>
        </p:txBody>
      </p:sp>
      <p:sp>
        <p:nvSpPr>
          <p:cNvPr id="16" name="Plassholder for tekst 15">
            <a:extLst>
              <a:ext uri="{FF2B5EF4-FFF2-40B4-BE49-F238E27FC236}">
                <a16:creationId xmlns:a16="http://schemas.microsoft.com/office/drawing/2014/main" id="{05E7D9D3-F28E-353C-D3B2-4032F5D8AFBA}"/>
              </a:ext>
            </a:extLst>
          </p:cNvPr>
          <p:cNvSpPr>
            <a:spLocks noGrp="1"/>
          </p:cNvSpPr>
          <p:nvPr>
            <p:ph type="body" sz="quarter" idx="14" hasCustomPrompt="1"/>
          </p:nvPr>
        </p:nvSpPr>
        <p:spPr>
          <a:xfrm>
            <a:off x="10711580" y="361469"/>
            <a:ext cx="1051304" cy="1054376"/>
          </a:xfrm>
          <a:prstGeom prst="rect">
            <a:avLst/>
          </a:prstGeom>
          <a:blipFill>
            <a:blip r:embed="rId5" cstate="print">
              <a:extLst>
                <a:ext uri="{28A0092B-C50C-407E-A947-70E740481C1C}">
                  <a14:useLocalDpi xmlns:a14="http://schemas.microsoft.com/office/drawing/2010/main"/>
                </a:ext>
              </a:extLst>
            </a:blip>
            <a:stretch>
              <a:fillRect/>
            </a:stretch>
          </a:blipFill>
        </p:spPr>
        <p:txBody>
          <a:bodyPr/>
          <a:lstStyle>
            <a:lvl1pPr rtl="0">
              <a:defRPr sz="133">
                <a:solidFill>
                  <a:srgbClr val="000000"/>
                </a:solidFill>
              </a:defRPr>
            </a:lvl1pPr>
            <a:lvl2pPr>
              <a:defRPr sz="133">
                <a:solidFill>
                  <a:srgbClr val="000000"/>
                </a:solidFill>
              </a:defRPr>
            </a:lvl2pPr>
            <a:lvl3pPr>
              <a:defRPr sz="133">
                <a:solidFill>
                  <a:srgbClr val="000000"/>
                </a:solidFill>
              </a:defRPr>
            </a:lvl3pPr>
            <a:lvl4pPr>
              <a:defRPr sz="133">
                <a:solidFill>
                  <a:srgbClr val="000000"/>
                </a:solidFill>
              </a:defRPr>
            </a:lvl4pPr>
            <a:lvl5pPr>
              <a:defRPr sz="133">
                <a:solidFill>
                  <a:srgbClr val="000000"/>
                </a:solidFill>
              </a:defRPr>
            </a:lvl5pPr>
          </a:lstStyle>
          <a:p>
            <a:pPr lvl="0"/>
            <a:r>
              <a:rPr lang="en-GB" dirty="0"/>
              <a:t> </a:t>
            </a:r>
          </a:p>
        </p:txBody>
      </p:sp>
      <p:sp>
        <p:nvSpPr>
          <p:cNvPr id="17" name="Tittel 1">
            <a:extLst>
              <a:ext uri="{FF2B5EF4-FFF2-40B4-BE49-F238E27FC236}">
                <a16:creationId xmlns:a16="http://schemas.microsoft.com/office/drawing/2014/main" id="{80C7AADC-A552-45CE-17D4-ECF5E06FED1C}"/>
              </a:ext>
            </a:extLst>
          </p:cNvPr>
          <p:cNvSpPr>
            <a:spLocks noGrp="1"/>
          </p:cNvSpPr>
          <p:nvPr>
            <p:ph type="title" hasCustomPrompt="1"/>
          </p:nvPr>
        </p:nvSpPr>
        <p:spPr>
          <a:xfrm>
            <a:off x="750339" y="2324279"/>
            <a:ext cx="4917294" cy="1887696"/>
          </a:xfrm>
        </p:spPr>
        <p:txBody>
          <a:bodyPr vert="horz" anchor="t">
            <a:normAutofit/>
          </a:bodyPr>
          <a:lstStyle>
            <a:lvl1pPr rtl="0">
              <a:defRPr sz="5733">
                <a:solidFill>
                  <a:schemeClr val="accent2">
                    <a:lumMod val="50000"/>
                  </a:schemeClr>
                </a:solidFill>
              </a:defRPr>
            </a:lvl1pPr>
          </a:lstStyle>
          <a:p>
            <a:r>
              <a:rPr lang="en-GB" noProof="0" dirty="0"/>
              <a:t>Chapter</a:t>
            </a:r>
            <a:r>
              <a:rPr lang="en-GB" dirty="0"/>
              <a:t> </a:t>
            </a:r>
            <a:br>
              <a:rPr lang="en-GB" dirty="0"/>
            </a:br>
            <a:r>
              <a:rPr lang="en-GB" dirty="0"/>
              <a:t>title</a:t>
            </a:r>
          </a:p>
        </p:txBody>
      </p:sp>
      <p:sp>
        <p:nvSpPr>
          <p:cNvPr id="18" name="Plassholder for tekst 2">
            <a:extLst>
              <a:ext uri="{FF2B5EF4-FFF2-40B4-BE49-F238E27FC236}">
                <a16:creationId xmlns:a16="http://schemas.microsoft.com/office/drawing/2014/main" id="{3FCAAF28-DFA1-B224-FE4E-65389B0B527A}"/>
              </a:ext>
            </a:extLst>
          </p:cNvPr>
          <p:cNvSpPr>
            <a:spLocks noGrp="1"/>
          </p:cNvSpPr>
          <p:nvPr>
            <p:ph type="body" idx="1"/>
          </p:nvPr>
        </p:nvSpPr>
        <p:spPr>
          <a:xfrm>
            <a:off x="770770" y="4450088"/>
            <a:ext cx="4896863" cy="914696"/>
          </a:xfrm>
        </p:spPr>
        <p:txBody>
          <a:bodyPr>
            <a:normAutofit/>
          </a:bodyPr>
          <a:lstStyle>
            <a:lvl1pPr marL="0" indent="0" rtl="0">
              <a:buNone/>
              <a:defRPr sz="1600">
                <a:solidFill>
                  <a:schemeClr val="tx1">
                    <a:lumMod val="75000"/>
                    <a:lumOff val="25000"/>
                  </a:schemeClr>
                </a:solidFill>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a:t>Click to edit Master text styles</a:t>
            </a:r>
          </a:p>
        </p:txBody>
      </p:sp>
      <p:sp>
        <p:nvSpPr>
          <p:cNvPr id="20" name="Plassholder for tekst 2">
            <a:extLst>
              <a:ext uri="{FF2B5EF4-FFF2-40B4-BE49-F238E27FC236}">
                <a16:creationId xmlns:a16="http://schemas.microsoft.com/office/drawing/2014/main" id="{F59A4091-E143-A50A-FA90-77A4FB6BA937}"/>
              </a:ext>
            </a:extLst>
          </p:cNvPr>
          <p:cNvSpPr>
            <a:spLocks noGrp="1"/>
          </p:cNvSpPr>
          <p:nvPr>
            <p:ph type="body" idx="15" hasCustomPrompt="1"/>
          </p:nvPr>
        </p:nvSpPr>
        <p:spPr>
          <a:xfrm>
            <a:off x="339791" y="539134"/>
            <a:ext cx="1500685" cy="1500685"/>
          </a:xfrm>
          <a:solidFill>
            <a:srgbClr val="08A698"/>
          </a:solidFill>
        </p:spPr>
        <p:txBody>
          <a:bodyPr anchor="ctr">
            <a:normAutofit/>
          </a:bodyPr>
          <a:lstStyle>
            <a:lvl1pPr marL="0" indent="0" algn="ctr" rtl="0">
              <a:lnSpc>
                <a:spcPct val="100000"/>
              </a:lnSpc>
              <a:buNone/>
              <a:defRPr sz="5733" b="1">
                <a:solidFill>
                  <a:schemeClr val="lt1"/>
                </a:solidFill>
                <a:latin typeface="+mj-lt"/>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GB" dirty="0"/>
              <a:t>00.</a:t>
            </a:r>
          </a:p>
        </p:txBody>
      </p:sp>
      <p:sp>
        <p:nvSpPr>
          <p:cNvPr id="21" name="Plassholder for bunntekst 4">
            <a:extLst>
              <a:ext uri="{FF2B5EF4-FFF2-40B4-BE49-F238E27FC236}">
                <a16:creationId xmlns:a16="http://schemas.microsoft.com/office/drawing/2014/main" id="{BA9CE4B7-DBBB-A491-D323-450023B44A30}"/>
              </a:ext>
            </a:extLst>
          </p:cNvPr>
          <p:cNvSpPr>
            <a:spLocks noGrp="1"/>
          </p:cNvSpPr>
          <p:nvPr>
            <p:ph type="ftr" sz="quarter" idx="11"/>
          </p:nvPr>
        </p:nvSpPr>
        <p:spPr>
          <a:xfrm>
            <a:off x="-19531" y="-144511"/>
            <a:ext cx="0" cy="0"/>
          </a:xfrm>
          <a:prstGeom prst="rect">
            <a:avLst/>
          </a:prstGeom>
        </p:spPr>
        <p:txBody>
          <a:bodyPr lIns="0" tIns="0" rIns="0" bIns="0"/>
          <a:lstStyle>
            <a:lvl1pPr rtl="0">
              <a:defRPr sz="133"/>
            </a:lvl1pPr>
          </a:lstStyle>
          <a:p>
            <a:endParaRPr lang="en-GB" dirty="0"/>
          </a:p>
        </p:txBody>
      </p:sp>
      <p:sp>
        <p:nvSpPr>
          <p:cNvPr id="11" name="Plassholder for bunntekst 4">
            <a:extLst>
              <a:ext uri="{FF2B5EF4-FFF2-40B4-BE49-F238E27FC236}">
                <a16:creationId xmlns:a16="http://schemas.microsoft.com/office/drawing/2014/main" id="{343F11E3-002E-0812-74CF-3463067457DC}"/>
              </a:ext>
            </a:extLst>
          </p:cNvPr>
          <p:cNvSpPr txBox="1">
            <a:spLocks/>
          </p:cNvSpPr>
          <p:nvPr userDrawn="1"/>
        </p:nvSpPr>
        <p:spPr>
          <a:xfrm>
            <a:off x="2146100" y="6150583"/>
            <a:ext cx="2269381" cy="246221"/>
          </a:xfrm>
          <a:prstGeom prst="rect">
            <a:avLst/>
          </a:prstGeom>
        </p:spPr>
        <p:txBody>
          <a:bodyPr vert="horz" lIns="121920" tIns="60960" rIns="121920" bIns="60960" rtlCol="0" anchor="ctr"/>
          <a:lstStyle>
            <a:defPPr>
              <a:defRPr lang="nb-NO"/>
            </a:defPPr>
            <a:lvl1pPr marL="0" algn="l" defTabSz="685800" rtl="0" eaLnBrk="1" latinLnBrk="0" hangingPunct="1">
              <a:defRPr sz="600" kern="1200">
                <a:solidFill>
                  <a:srgbClr val="999999"/>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rtl="0"/>
            <a:r>
              <a:rPr lang="en-GB" sz="800" dirty="0"/>
              <a:t>See Statement of Proprietary information</a:t>
            </a:r>
          </a:p>
        </p:txBody>
      </p:sp>
      <p:pic>
        <p:nvPicPr>
          <p:cNvPr id="13" name="Picture 15">
            <a:extLst>
              <a:ext uri="{FF2B5EF4-FFF2-40B4-BE49-F238E27FC236}">
                <a16:creationId xmlns:a16="http://schemas.microsoft.com/office/drawing/2014/main" id="{46A439A8-36B5-40B0-8E29-6E872AE9CD38}"/>
              </a:ext>
            </a:extLst>
          </p:cNvPr>
          <p:cNvPicPr>
            <a:picLocks noChangeAspect="1"/>
          </p:cNvPicPr>
          <p:nvPr userDrawn="1"/>
        </p:nvPicPr>
        <p:blipFill>
          <a:blip r:embed="rId6" cstate="print">
            <a:extLst>
              <a:ext uri="{28A0092B-C50C-407E-A947-70E740481C1C}">
                <a14:useLocalDpi xmlns:a14="http://schemas.microsoft.com/office/drawing/2010/main"/>
              </a:ext>
            </a:extLst>
          </a:blip>
          <a:stretch>
            <a:fillRect/>
          </a:stretch>
        </p:blipFill>
        <p:spPr>
          <a:xfrm>
            <a:off x="450694" y="6173387"/>
            <a:ext cx="1076052" cy="202199"/>
          </a:xfrm>
          <a:prstGeom prst="rect">
            <a:avLst/>
          </a:prstGeom>
        </p:spPr>
      </p:pic>
    </p:spTree>
    <p:extLst>
      <p:ext uri="{BB962C8B-B14F-4D97-AF65-F5344CB8AC3E}">
        <p14:creationId xmlns:p14="http://schemas.microsoft.com/office/powerpoint/2010/main" val="43267769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p:cSld name="Chapterslide #2">
    <p:spTree>
      <p:nvGrpSpPr>
        <p:cNvPr id="1" name=""/>
        <p:cNvGrpSpPr/>
        <p:nvPr/>
      </p:nvGrpSpPr>
      <p:grpSpPr>
        <a:xfrm>
          <a:off x="0" y="0"/>
          <a:ext cx="0" cy="0"/>
          <a:chOff x="0" y="0"/>
          <a:chExt cx="0" cy="0"/>
        </a:xfrm>
      </p:grpSpPr>
      <p:sp>
        <p:nvSpPr>
          <p:cNvPr id="15" name="Plassholder for bilde 14">
            <a:extLst>
              <a:ext uri="{FF2B5EF4-FFF2-40B4-BE49-F238E27FC236}">
                <a16:creationId xmlns:a16="http://schemas.microsoft.com/office/drawing/2014/main" id="{E0A74F4A-623F-9A40-E271-672454C1B81F}"/>
              </a:ext>
            </a:extLst>
          </p:cNvPr>
          <p:cNvSpPr>
            <a:spLocks noGrp="1"/>
          </p:cNvSpPr>
          <p:nvPr>
            <p:ph type="pic" sz="quarter" idx="13"/>
          </p:nvPr>
        </p:nvSpPr>
        <p:spPr>
          <a:xfrm>
            <a:off x="6095998" y="-3"/>
            <a:ext cx="6096001" cy="6858000"/>
          </a:xfrm>
          <a:prstGeom prst="rect">
            <a:avLst/>
          </a:prstGeom>
          <a:solidFill>
            <a:srgbClr val="BFBFBF"/>
          </a:solidFill>
        </p:spPr>
        <p:txBody>
          <a:bodyPr tIns="585211"/>
          <a:lstStyle>
            <a:lvl1pPr marL="228594" indent="-228594" algn="ctr" defTabSz="914377" rtl="0" eaLnBrk="1" latinLnBrk="0" hangingPunct="1">
              <a:lnSpc>
                <a:spcPct val="110000"/>
              </a:lnSpc>
              <a:spcBef>
                <a:spcPts val="0"/>
              </a:spcBef>
              <a:buFont typeface="Arial" panose="020B0604020202020204" pitchFamily="34" charset="0"/>
              <a:buNone/>
              <a:defRPr sz="1600"/>
            </a:lvl1pPr>
          </a:lstStyle>
          <a:p>
            <a:r>
              <a:rPr lang="en-US"/>
              <a:t>Click icon to add picture</a:t>
            </a:r>
            <a:endParaRPr lang="nb-NO" dirty="0"/>
          </a:p>
        </p:txBody>
      </p:sp>
      <p:sp>
        <p:nvSpPr>
          <p:cNvPr id="4" name="Plassholder for dato 3">
            <a:extLst>
              <a:ext uri="{FF2B5EF4-FFF2-40B4-BE49-F238E27FC236}">
                <a16:creationId xmlns:a16="http://schemas.microsoft.com/office/drawing/2014/main" id="{45D94ABE-C9B1-7446-5386-6FC066D1E55B}"/>
              </a:ext>
            </a:extLst>
          </p:cNvPr>
          <p:cNvSpPr>
            <a:spLocks noGrp="1"/>
          </p:cNvSpPr>
          <p:nvPr>
            <p:ph type="dt" sz="half" idx="10"/>
          </p:nvPr>
        </p:nvSpPr>
        <p:spPr>
          <a:xfrm>
            <a:off x="0" y="-257361"/>
            <a:ext cx="0" cy="205184"/>
          </a:xfrm>
          <a:prstGeom prst="rect">
            <a:avLst/>
          </a:prstGeom>
        </p:spPr>
        <p:txBody>
          <a:bodyPr/>
          <a:lstStyle/>
          <a:p>
            <a:fld id="{19210610-5CCA-4701-96D2-D67F08C03763}" type="datetime1">
              <a:rPr lang="nb-NO" smtClean="0"/>
              <a:t>06.01.2025</a:t>
            </a:fld>
            <a:endParaRPr lang="nb-NO" dirty="0"/>
          </a:p>
        </p:txBody>
      </p:sp>
      <p:sp>
        <p:nvSpPr>
          <p:cNvPr id="18" name="Plassholder for tekst 2">
            <a:extLst>
              <a:ext uri="{FF2B5EF4-FFF2-40B4-BE49-F238E27FC236}">
                <a16:creationId xmlns:a16="http://schemas.microsoft.com/office/drawing/2014/main" id="{3FCAAF28-DFA1-B224-FE4E-65389B0B527A}"/>
              </a:ext>
            </a:extLst>
          </p:cNvPr>
          <p:cNvSpPr>
            <a:spLocks noGrp="1"/>
          </p:cNvSpPr>
          <p:nvPr>
            <p:ph type="body" idx="1"/>
          </p:nvPr>
        </p:nvSpPr>
        <p:spPr>
          <a:xfrm>
            <a:off x="450692" y="4095914"/>
            <a:ext cx="5211813" cy="914609"/>
          </a:xfrm>
        </p:spPr>
        <p:txBody>
          <a:bodyPr>
            <a:normAutofit/>
          </a:bodyPr>
          <a:lstStyle>
            <a:lvl1pPr marL="0" indent="0">
              <a:buNone/>
              <a:defRPr sz="1600">
                <a:solidFill>
                  <a:schemeClr val="tx1">
                    <a:lumMod val="75000"/>
                    <a:lumOff val="25000"/>
                  </a:schemeClr>
                </a:solidFill>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a:t>Click to edit Master text styles</a:t>
            </a:r>
          </a:p>
        </p:txBody>
      </p:sp>
      <p:sp>
        <p:nvSpPr>
          <p:cNvPr id="11" name="Tittel 9">
            <a:extLst>
              <a:ext uri="{FF2B5EF4-FFF2-40B4-BE49-F238E27FC236}">
                <a16:creationId xmlns:a16="http://schemas.microsoft.com/office/drawing/2014/main" id="{CCCB46F9-4637-639A-50A2-BAB0078B130F}"/>
              </a:ext>
            </a:extLst>
          </p:cNvPr>
          <p:cNvSpPr>
            <a:spLocks noGrp="1"/>
          </p:cNvSpPr>
          <p:nvPr>
            <p:ph type="title"/>
          </p:nvPr>
        </p:nvSpPr>
        <p:spPr>
          <a:xfrm>
            <a:off x="450694" y="1560867"/>
            <a:ext cx="5211811" cy="1436291"/>
          </a:xfrm>
        </p:spPr>
        <p:txBody>
          <a:bodyPr>
            <a:noAutofit/>
          </a:bodyPr>
          <a:lstStyle>
            <a:lvl1pPr>
              <a:defRPr sz="4267"/>
            </a:lvl1pPr>
          </a:lstStyle>
          <a:p>
            <a:r>
              <a:rPr lang="en-US"/>
              <a:t>Click to edit Master title style</a:t>
            </a:r>
            <a:endParaRPr lang="nb-NO" dirty="0"/>
          </a:p>
        </p:txBody>
      </p:sp>
      <p:sp>
        <p:nvSpPr>
          <p:cNvPr id="19" name="Undertittel 11">
            <a:extLst>
              <a:ext uri="{FF2B5EF4-FFF2-40B4-BE49-F238E27FC236}">
                <a16:creationId xmlns:a16="http://schemas.microsoft.com/office/drawing/2014/main" id="{97F20145-2471-1D3D-8895-7F4EA5552120}"/>
              </a:ext>
            </a:extLst>
          </p:cNvPr>
          <p:cNvSpPr>
            <a:spLocks noGrp="1"/>
          </p:cNvSpPr>
          <p:nvPr>
            <p:ph type="subTitle" sz="quarter" idx="15"/>
          </p:nvPr>
        </p:nvSpPr>
        <p:spPr>
          <a:xfrm>
            <a:off x="450693" y="1109463"/>
            <a:ext cx="5211812" cy="451405"/>
          </a:xfrm>
          <a:prstGeom prst="rect">
            <a:avLst/>
          </a:prstGeom>
        </p:spPr>
        <p:txBody>
          <a:bodyPr lIns="91440" tIns="45720" rIns="91440" bIns="45720" anchor="b"/>
          <a:lstStyle>
            <a:lvl1pPr marL="0" indent="0" algn="l">
              <a:buNone/>
              <a:defRPr sz="2133"/>
            </a:lvl1pPr>
            <a:lvl2pPr marL="609585" indent="0" algn="ctr">
              <a:buNone/>
            </a:lvl2pPr>
            <a:lvl3pPr marL="1219170" indent="0" algn="ctr">
              <a:buNone/>
            </a:lvl3pPr>
            <a:lvl4pPr marL="1828754" indent="0" algn="ctr">
              <a:buNone/>
            </a:lvl4pPr>
            <a:lvl5pPr marL="2438339" indent="0" algn="ctr">
              <a:buNone/>
            </a:lvl5pPr>
            <a:lvl6pPr marL="3047924" indent="0" algn="ctr">
              <a:buNone/>
            </a:lvl6pPr>
            <a:lvl7pPr marL="3657509" indent="0" algn="ctr">
              <a:buNone/>
            </a:lvl7pPr>
            <a:lvl8pPr marL="4267093" indent="0" algn="ctr">
              <a:buNone/>
            </a:lvl8pPr>
            <a:lvl9pPr marL="4876678" indent="0" algn="ctr">
              <a:buNone/>
            </a:lvl9pPr>
          </a:lstStyle>
          <a:p>
            <a:r>
              <a:rPr lang="en-US"/>
              <a:t>Click to edit Master subtitle style</a:t>
            </a:r>
            <a:endParaRPr lang="nb-NO" dirty="0"/>
          </a:p>
        </p:txBody>
      </p:sp>
      <p:sp>
        <p:nvSpPr>
          <p:cNvPr id="3" name="Plassholder for lysbildenummer 5">
            <a:extLst>
              <a:ext uri="{FF2B5EF4-FFF2-40B4-BE49-F238E27FC236}">
                <a16:creationId xmlns:a16="http://schemas.microsoft.com/office/drawing/2014/main" id="{7FC77976-8358-A9C0-DF96-A9C1F5D4C110}"/>
              </a:ext>
            </a:extLst>
          </p:cNvPr>
          <p:cNvSpPr>
            <a:spLocks noGrp="1"/>
          </p:cNvSpPr>
          <p:nvPr>
            <p:ph type="sldNum" sz="quarter" idx="12"/>
          </p:nvPr>
        </p:nvSpPr>
        <p:spPr>
          <a:xfrm>
            <a:off x="11192400" y="6201767"/>
            <a:ext cx="574284" cy="144000"/>
          </a:xfrm>
        </p:spPr>
        <p:txBody>
          <a:bodyPr/>
          <a:lstStyle>
            <a:lvl1pPr>
              <a:defRPr>
                <a:solidFill>
                  <a:schemeClr val="lt1"/>
                </a:solidFill>
              </a:defRPr>
            </a:lvl1pPr>
          </a:lstStyle>
          <a:p>
            <a:fld id="{75567799-16DF-41EB-91D4-5F77DECB4B9E}" type="slidenum">
              <a:rPr lang="nb-NO" smtClean="0"/>
              <a:pPr/>
              <a:t>‹#›</a:t>
            </a:fld>
            <a:endParaRPr lang="nb-NO" dirty="0"/>
          </a:p>
        </p:txBody>
      </p:sp>
      <p:sp>
        <p:nvSpPr>
          <p:cNvPr id="5" name="Plassholder for bunntekst 4">
            <a:extLst>
              <a:ext uri="{FF2B5EF4-FFF2-40B4-BE49-F238E27FC236}">
                <a16:creationId xmlns:a16="http://schemas.microsoft.com/office/drawing/2014/main" id="{CB47BD69-7ACA-0B34-6EE2-6D5F663E84AE}"/>
              </a:ext>
            </a:extLst>
          </p:cNvPr>
          <p:cNvSpPr txBox="1">
            <a:spLocks/>
          </p:cNvSpPr>
          <p:nvPr userDrawn="1"/>
        </p:nvSpPr>
        <p:spPr>
          <a:xfrm>
            <a:off x="2146100" y="6150583"/>
            <a:ext cx="2269381" cy="246221"/>
          </a:xfrm>
          <a:prstGeom prst="rect">
            <a:avLst/>
          </a:prstGeom>
        </p:spPr>
        <p:txBody>
          <a:bodyPr vert="horz" lIns="121920" tIns="60960" rIns="121920" bIns="60960" rtlCol="0" anchor="ctr"/>
          <a:lstStyle>
            <a:defPPr>
              <a:defRPr lang="nb-NO"/>
            </a:defPPr>
            <a:lvl1pPr marL="0" algn="l" defTabSz="685800" rtl="0" eaLnBrk="1" latinLnBrk="0" hangingPunct="1">
              <a:defRPr sz="600" kern="1200">
                <a:solidFill>
                  <a:srgbClr val="999999"/>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800"/>
              <a:t>See Statement of Proprietary information</a:t>
            </a:r>
            <a:endParaRPr lang="nb-NO" sz="800" dirty="0"/>
          </a:p>
        </p:txBody>
      </p:sp>
      <p:pic>
        <p:nvPicPr>
          <p:cNvPr id="8" name="Picture 15">
            <a:extLst>
              <a:ext uri="{FF2B5EF4-FFF2-40B4-BE49-F238E27FC236}">
                <a16:creationId xmlns:a16="http://schemas.microsoft.com/office/drawing/2014/main" id="{C58D7BC7-9CAB-2621-499E-5A240CC00993}"/>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450694" y="6173387"/>
            <a:ext cx="1076052" cy="202199"/>
          </a:xfrm>
          <a:prstGeom prst="rect">
            <a:avLst/>
          </a:prstGeom>
        </p:spPr>
      </p:pic>
    </p:spTree>
    <p:extLst>
      <p:ext uri="{BB962C8B-B14F-4D97-AF65-F5344CB8AC3E}">
        <p14:creationId xmlns:p14="http://schemas.microsoft.com/office/powerpoint/2010/main" val="383654997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Chapter slide #3">
    <p:bg>
      <p:bgPr>
        <a:solidFill>
          <a:schemeClr val="accent2"/>
        </a:solidFill>
        <a:effectLst/>
      </p:bgPr>
    </p:bg>
    <p:spTree>
      <p:nvGrpSpPr>
        <p:cNvPr id="1" name=""/>
        <p:cNvGrpSpPr/>
        <p:nvPr/>
      </p:nvGrpSpPr>
      <p:grpSpPr>
        <a:xfrm>
          <a:off x="0" y="0"/>
          <a:ext cx="0" cy="0"/>
          <a:chOff x="0" y="0"/>
          <a:chExt cx="0" cy="0"/>
        </a:xfrm>
      </p:grpSpPr>
      <p:sp>
        <p:nvSpPr>
          <p:cNvPr id="3" name="Rectangle 4">
            <a:extLst>
              <a:ext uri="{FF2B5EF4-FFF2-40B4-BE49-F238E27FC236}">
                <a16:creationId xmlns:a16="http://schemas.microsoft.com/office/drawing/2014/main" id="{451C6361-5A27-9A06-0084-F8B6F4FD1608}"/>
              </a:ext>
            </a:extLst>
          </p:cNvPr>
          <p:cNvSpPr/>
          <p:nvPr/>
        </p:nvSpPr>
        <p:spPr>
          <a:xfrm rot="5400000">
            <a:off x="-390013" y="390014"/>
            <a:ext cx="6858000" cy="6077973"/>
          </a:xfrm>
          <a:prstGeom prst="rect">
            <a:avLst/>
          </a:prstGeom>
          <a:solidFill>
            <a:srgbClr val="08A69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sz="2400" dirty="0"/>
          </a:p>
        </p:txBody>
      </p:sp>
      <p:sp>
        <p:nvSpPr>
          <p:cNvPr id="15" name="Plassholder for bilde 14">
            <a:extLst>
              <a:ext uri="{FF2B5EF4-FFF2-40B4-BE49-F238E27FC236}">
                <a16:creationId xmlns:a16="http://schemas.microsoft.com/office/drawing/2014/main" id="{E0A74F4A-623F-9A40-E271-672454C1B81F}"/>
              </a:ext>
            </a:extLst>
          </p:cNvPr>
          <p:cNvSpPr>
            <a:spLocks noGrp="1"/>
          </p:cNvSpPr>
          <p:nvPr>
            <p:ph type="pic" sz="quarter" idx="13"/>
          </p:nvPr>
        </p:nvSpPr>
        <p:spPr>
          <a:xfrm>
            <a:off x="6095998" y="-3"/>
            <a:ext cx="6096001" cy="6858000"/>
          </a:xfrm>
          <a:prstGeom prst="rect">
            <a:avLst/>
          </a:prstGeom>
          <a:solidFill>
            <a:srgbClr val="BFBFBF"/>
          </a:solidFill>
        </p:spPr>
        <p:txBody>
          <a:bodyPr tIns="585211"/>
          <a:lstStyle>
            <a:lvl1pPr marL="228594" indent="-228594" algn="ctr" defTabSz="914377" rtl="0" eaLnBrk="1" latinLnBrk="0" hangingPunct="1">
              <a:lnSpc>
                <a:spcPct val="110000"/>
              </a:lnSpc>
              <a:spcBef>
                <a:spcPts val="0"/>
              </a:spcBef>
              <a:buFont typeface="Arial" panose="020B0604020202020204" pitchFamily="34" charset="0"/>
              <a:buNone/>
              <a:defRPr sz="1600"/>
            </a:lvl1pPr>
          </a:lstStyle>
          <a:p>
            <a:r>
              <a:rPr lang="en-US"/>
              <a:t>Click icon to add picture</a:t>
            </a:r>
            <a:endParaRPr lang="nb-NO" dirty="0"/>
          </a:p>
        </p:txBody>
      </p:sp>
      <p:sp>
        <p:nvSpPr>
          <p:cNvPr id="2" name="Rectangle 4">
            <a:extLst>
              <a:ext uri="{FF2B5EF4-FFF2-40B4-BE49-F238E27FC236}">
                <a16:creationId xmlns:a16="http://schemas.microsoft.com/office/drawing/2014/main" id="{4D657207-89D6-83E4-7BE5-85E0053DECB1}"/>
              </a:ext>
            </a:extLst>
          </p:cNvPr>
          <p:cNvSpPr/>
          <p:nvPr userDrawn="1"/>
        </p:nvSpPr>
        <p:spPr>
          <a:xfrm rot="5400000">
            <a:off x="-390013" y="390014"/>
            <a:ext cx="6858000" cy="6077973"/>
          </a:xfrm>
          <a:prstGeom prst="rect">
            <a:avLst/>
          </a:prstGeom>
          <a:solidFill>
            <a:srgbClr val="08A69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sz="2400" dirty="0"/>
          </a:p>
        </p:txBody>
      </p:sp>
      <p:sp>
        <p:nvSpPr>
          <p:cNvPr id="8" name="Plassholder for lysbildenummer 5">
            <a:extLst>
              <a:ext uri="{FF2B5EF4-FFF2-40B4-BE49-F238E27FC236}">
                <a16:creationId xmlns:a16="http://schemas.microsoft.com/office/drawing/2014/main" id="{7DFD5E68-3969-AA1F-9F8C-1F4146E4E50B}"/>
              </a:ext>
            </a:extLst>
          </p:cNvPr>
          <p:cNvSpPr>
            <a:spLocks noGrp="1"/>
          </p:cNvSpPr>
          <p:nvPr>
            <p:ph type="sldNum" sz="quarter" idx="12"/>
          </p:nvPr>
        </p:nvSpPr>
        <p:spPr>
          <a:xfrm>
            <a:off x="11192400" y="6201767"/>
            <a:ext cx="574284" cy="144000"/>
          </a:xfrm>
        </p:spPr>
        <p:txBody>
          <a:bodyPr/>
          <a:lstStyle>
            <a:lvl1pPr>
              <a:defRPr>
                <a:solidFill>
                  <a:schemeClr val="lt1"/>
                </a:solidFill>
              </a:defRPr>
            </a:lvl1pPr>
          </a:lstStyle>
          <a:p>
            <a:fld id="{75567799-16DF-41EB-91D4-5F77DECB4B9E}" type="slidenum">
              <a:rPr lang="nb-NO" smtClean="0"/>
              <a:pPr/>
              <a:t>‹#›</a:t>
            </a:fld>
            <a:endParaRPr lang="nb-NO" dirty="0"/>
          </a:p>
        </p:txBody>
      </p:sp>
      <p:sp>
        <p:nvSpPr>
          <p:cNvPr id="10" name="Plassholder for bunntekst 4">
            <a:extLst>
              <a:ext uri="{FF2B5EF4-FFF2-40B4-BE49-F238E27FC236}">
                <a16:creationId xmlns:a16="http://schemas.microsoft.com/office/drawing/2014/main" id="{882BC722-7151-F54E-A509-E72493B2EB7D}"/>
              </a:ext>
            </a:extLst>
          </p:cNvPr>
          <p:cNvSpPr txBox="1">
            <a:spLocks/>
          </p:cNvSpPr>
          <p:nvPr userDrawn="1"/>
        </p:nvSpPr>
        <p:spPr>
          <a:xfrm>
            <a:off x="2146100" y="6150583"/>
            <a:ext cx="2269381" cy="246221"/>
          </a:xfrm>
          <a:prstGeom prst="rect">
            <a:avLst/>
          </a:prstGeom>
        </p:spPr>
        <p:txBody>
          <a:bodyPr vert="horz" lIns="121920" tIns="60960" rIns="121920" bIns="60960" rtlCol="0" anchor="ctr"/>
          <a:lstStyle>
            <a:defPPr>
              <a:defRPr lang="nb-NO"/>
            </a:defPPr>
            <a:lvl1pPr marL="0" algn="l" defTabSz="685800" rtl="0" eaLnBrk="1" latinLnBrk="0" hangingPunct="1">
              <a:defRPr sz="600" kern="1200">
                <a:solidFill>
                  <a:srgbClr val="999999"/>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800">
                <a:solidFill>
                  <a:schemeClr val="bg2"/>
                </a:solidFill>
              </a:rPr>
              <a:t>See Statement of Proprietary information</a:t>
            </a:r>
            <a:endParaRPr lang="nb-NO" sz="800" dirty="0">
              <a:solidFill>
                <a:schemeClr val="bg2"/>
              </a:solidFill>
            </a:endParaRPr>
          </a:p>
        </p:txBody>
      </p:sp>
      <p:pic>
        <p:nvPicPr>
          <p:cNvPr id="13" name="Picture 15">
            <a:extLst>
              <a:ext uri="{FF2B5EF4-FFF2-40B4-BE49-F238E27FC236}">
                <a16:creationId xmlns:a16="http://schemas.microsoft.com/office/drawing/2014/main" id="{85BCDB61-98A2-A576-492F-41479083BEE4}"/>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450694" y="6173387"/>
            <a:ext cx="1076052" cy="202199"/>
          </a:xfrm>
          <a:prstGeom prst="rect">
            <a:avLst/>
          </a:prstGeom>
        </p:spPr>
      </p:pic>
      <p:sp>
        <p:nvSpPr>
          <p:cNvPr id="18" name="Plassholder for tekst 2">
            <a:extLst>
              <a:ext uri="{FF2B5EF4-FFF2-40B4-BE49-F238E27FC236}">
                <a16:creationId xmlns:a16="http://schemas.microsoft.com/office/drawing/2014/main" id="{3FCAAF28-DFA1-B224-FE4E-65389B0B527A}"/>
              </a:ext>
            </a:extLst>
          </p:cNvPr>
          <p:cNvSpPr>
            <a:spLocks noGrp="1"/>
          </p:cNvSpPr>
          <p:nvPr>
            <p:ph type="body" idx="1"/>
          </p:nvPr>
        </p:nvSpPr>
        <p:spPr>
          <a:xfrm>
            <a:off x="450692" y="4095914"/>
            <a:ext cx="5211813" cy="914609"/>
          </a:xfrm>
        </p:spPr>
        <p:txBody>
          <a:bodyPr>
            <a:normAutofit/>
          </a:bodyPr>
          <a:lstStyle>
            <a:lvl1pPr marL="0" indent="0">
              <a:buNone/>
              <a:defRPr sz="1600">
                <a:solidFill>
                  <a:schemeClr val="bg1"/>
                </a:solidFill>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a:t>Click to edit Master text styles</a:t>
            </a:r>
          </a:p>
        </p:txBody>
      </p:sp>
      <p:sp>
        <p:nvSpPr>
          <p:cNvPr id="11" name="Tittel 9">
            <a:extLst>
              <a:ext uri="{FF2B5EF4-FFF2-40B4-BE49-F238E27FC236}">
                <a16:creationId xmlns:a16="http://schemas.microsoft.com/office/drawing/2014/main" id="{CCCB46F9-4637-639A-50A2-BAB0078B130F}"/>
              </a:ext>
            </a:extLst>
          </p:cNvPr>
          <p:cNvSpPr>
            <a:spLocks noGrp="1"/>
          </p:cNvSpPr>
          <p:nvPr>
            <p:ph type="title"/>
          </p:nvPr>
        </p:nvSpPr>
        <p:spPr>
          <a:xfrm>
            <a:off x="450694" y="1560867"/>
            <a:ext cx="5229835" cy="1436291"/>
          </a:xfrm>
        </p:spPr>
        <p:txBody>
          <a:bodyPr>
            <a:noAutofit/>
          </a:bodyPr>
          <a:lstStyle>
            <a:lvl1pPr>
              <a:defRPr sz="4267">
                <a:solidFill>
                  <a:schemeClr val="bg1"/>
                </a:solidFill>
              </a:defRPr>
            </a:lvl1pPr>
          </a:lstStyle>
          <a:p>
            <a:r>
              <a:rPr lang="en-US"/>
              <a:t>Click to edit Master title style</a:t>
            </a:r>
            <a:endParaRPr lang="nb-NO" dirty="0"/>
          </a:p>
        </p:txBody>
      </p:sp>
      <p:sp>
        <p:nvSpPr>
          <p:cNvPr id="19" name="Undertittel 11">
            <a:extLst>
              <a:ext uri="{FF2B5EF4-FFF2-40B4-BE49-F238E27FC236}">
                <a16:creationId xmlns:a16="http://schemas.microsoft.com/office/drawing/2014/main" id="{97F20145-2471-1D3D-8895-7F4EA5552120}"/>
              </a:ext>
            </a:extLst>
          </p:cNvPr>
          <p:cNvSpPr>
            <a:spLocks noGrp="1"/>
          </p:cNvSpPr>
          <p:nvPr>
            <p:ph type="subTitle" sz="quarter" idx="15"/>
          </p:nvPr>
        </p:nvSpPr>
        <p:spPr>
          <a:xfrm>
            <a:off x="450693" y="1109463"/>
            <a:ext cx="5211812" cy="451405"/>
          </a:xfrm>
          <a:prstGeom prst="rect">
            <a:avLst/>
          </a:prstGeom>
        </p:spPr>
        <p:txBody>
          <a:bodyPr lIns="91440" tIns="45720" rIns="91440" bIns="45720" anchor="b"/>
          <a:lstStyle>
            <a:lvl1pPr marL="0" indent="0" algn="l">
              <a:buNone/>
              <a:defRPr sz="2133">
                <a:solidFill>
                  <a:schemeClr val="bg1"/>
                </a:solidFill>
              </a:defRPr>
            </a:lvl1pPr>
            <a:lvl2pPr marL="609585" indent="0" algn="ctr">
              <a:buNone/>
            </a:lvl2pPr>
            <a:lvl3pPr marL="1219170" indent="0" algn="ctr">
              <a:buNone/>
            </a:lvl3pPr>
            <a:lvl4pPr marL="1828754" indent="0" algn="ctr">
              <a:buNone/>
            </a:lvl4pPr>
            <a:lvl5pPr marL="2438339" indent="0" algn="ctr">
              <a:buNone/>
            </a:lvl5pPr>
            <a:lvl6pPr marL="3047924" indent="0" algn="ctr">
              <a:buNone/>
            </a:lvl6pPr>
            <a:lvl7pPr marL="3657509" indent="0" algn="ctr">
              <a:buNone/>
            </a:lvl7pPr>
            <a:lvl8pPr marL="4267093" indent="0" algn="ctr">
              <a:buNone/>
            </a:lvl8pPr>
            <a:lvl9pPr marL="4876678" indent="0" algn="ctr">
              <a:buNone/>
            </a:lvl9pPr>
          </a:lstStyle>
          <a:p>
            <a:r>
              <a:rPr lang="en-US"/>
              <a:t>Click to edit Master subtitle style</a:t>
            </a:r>
            <a:endParaRPr lang="nb-NO" dirty="0"/>
          </a:p>
        </p:txBody>
      </p:sp>
    </p:spTree>
    <p:extLst>
      <p:ext uri="{BB962C8B-B14F-4D97-AF65-F5344CB8AC3E}">
        <p14:creationId xmlns:p14="http://schemas.microsoft.com/office/powerpoint/2010/main" val="196986545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Chapter slide #4">
    <p:bg>
      <p:bgPr>
        <a:solidFill>
          <a:schemeClr val="bg1"/>
        </a:solidFill>
        <a:effectLst/>
      </p:bgPr>
    </p:bg>
    <p:spTree>
      <p:nvGrpSpPr>
        <p:cNvPr id="1" name=""/>
        <p:cNvGrpSpPr/>
        <p:nvPr/>
      </p:nvGrpSpPr>
      <p:grpSpPr>
        <a:xfrm>
          <a:off x="0" y="0"/>
          <a:ext cx="0" cy="0"/>
          <a:chOff x="0" y="0"/>
          <a:chExt cx="0" cy="0"/>
        </a:xfrm>
      </p:grpSpPr>
      <p:sp>
        <p:nvSpPr>
          <p:cNvPr id="2" name="Plassholder for bilde 14">
            <a:extLst>
              <a:ext uri="{FF2B5EF4-FFF2-40B4-BE49-F238E27FC236}">
                <a16:creationId xmlns:a16="http://schemas.microsoft.com/office/drawing/2014/main" id="{8FD378BB-C828-8111-AF66-C1492A2B85A2}"/>
              </a:ext>
            </a:extLst>
          </p:cNvPr>
          <p:cNvSpPr>
            <a:spLocks noGrp="1"/>
          </p:cNvSpPr>
          <p:nvPr>
            <p:ph type="pic" sz="quarter" idx="13" hasCustomPrompt="1"/>
          </p:nvPr>
        </p:nvSpPr>
        <p:spPr>
          <a:xfrm>
            <a:off x="2" y="-2"/>
            <a:ext cx="12191999" cy="6858001"/>
          </a:xfrm>
          <a:prstGeom prst="rect">
            <a:avLst/>
          </a:prstGeom>
          <a:solidFill>
            <a:srgbClr val="BFBFBF"/>
          </a:solidFill>
        </p:spPr>
        <p:txBody>
          <a:bodyPr tIns="585211"/>
          <a:lstStyle>
            <a:lvl1pPr marL="228594" indent="-228594" algn="ctr" defTabSz="914377" rtl="0" eaLnBrk="1" latinLnBrk="0" hangingPunct="1">
              <a:lnSpc>
                <a:spcPct val="110000"/>
              </a:lnSpc>
              <a:spcBef>
                <a:spcPts val="0"/>
              </a:spcBef>
              <a:buFont typeface="Arial" panose="020B0604020202020204" pitchFamily="34" charset="0"/>
              <a:buNone/>
              <a:defRPr sz="1600"/>
            </a:lvl1pPr>
          </a:lstStyle>
          <a:p>
            <a:r>
              <a:rPr lang="nb-NO"/>
              <a:t>Insert picture here via «Insert» -&gt; «Picture» from the toolbar</a:t>
            </a:r>
            <a:endParaRPr lang="nb-NO" dirty="0"/>
          </a:p>
        </p:txBody>
      </p:sp>
      <p:sp>
        <p:nvSpPr>
          <p:cNvPr id="3" name="Plassholder for tekst 15">
            <a:extLst>
              <a:ext uri="{FF2B5EF4-FFF2-40B4-BE49-F238E27FC236}">
                <a16:creationId xmlns:a16="http://schemas.microsoft.com/office/drawing/2014/main" id="{F31318FB-A9A2-2786-9D86-977F410AC0BA}"/>
              </a:ext>
            </a:extLst>
          </p:cNvPr>
          <p:cNvSpPr>
            <a:spLocks noGrp="1"/>
          </p:cNvSpPr>
          <p:nvPr>
            <p:ph type="body" sz="quarter" idx="16" hasCustomPrompt="1"/>
          </p:nvPr>
        </p:nvSpPr>
        <p:spPr>
          <a:xfrm rot="5400000">
            <a:off x="1380000" y="-1380000"/>
            <a:ext cx="6859200" cy="9619200"/>
          </a:xfrm>
          <a:prstGeom prst="rect">
            <a:avLst/>
          </a:prstGeom>
          <a:gradFill>
            <a:gsLst>
              <a:gs pos="0">
                <a:schemeClr val="tx1">
                  <a:alpha val="0"/>
                </a:schemeClr>
              </a:gs>
              <a:gs pos="99000">
                <a:schemeClr val="tx1">
                  <a:alpha val="49841"/>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lvl1pPr marL="0" indent="0">
              <a:buNone/>
              <a:defRPr lang="nb-NO" sz="133">
                <a:solidFill>
                  <a:schemeClr val="lt1"/>
                </a:solidFill>
              </a:defRPr>
            </a:lvl1pPr>
          </a:lstStyle>
          <a:p>
            <a:pPr marL="0" lvl="0" algn="ctr"/>
            <a:r>
              <a:rPr lang="nb-NO"/>
              <a:t> </a:t>
            </a:r>
            <a:endParaRPr lang="nb-NO" dirty="0"/>
          </a:p>
        </p:txBody>
      </p:sp>
      <p:sp>
        <p:nvSpPr>
          <p:cNvPr id="4" name="Plassholder for dato 3">
            <a:extLst>
              <a:ext uri="{FF2B5EF4-FFF2-40B4-BE49-F238E27FC236}">
                <a16:creationId xmlns:a16="http://schemas.microsoft.com/office/drawing/2014/main" id="{45D94ABE-C9B1-7446-5386-6FC066D1E55B}"/>
              </a:ext>
            </a:extLst>
          </p:cNvPr>
          <p:cNvSpPr>
            <a:spLocks noGrp="1"/>
          </p:cNvSpPr>
          <p:nvPr>
            <p:ph type="dt" sz="half" idx="10"/>
          </p:nvPr>
        </p:nvSpPr>
        <p:spPr>
          <a:xfrm>
            <a:off x="0" y="-257361"/>
            <a:ext cx="0" cy="205184"/>
          </a:xfrm>
          <a:prstGeom prst="rect">
            <a:avLst/>
          </a:prstGeom>
        </p:spPr>
        <p:txBody>
          <a:bodyPr/>
          <a:lstStyle/>
          <a:p>
            <a:fld id="{082E2856-6430-4FB9-8A21-FFD2A55E4894}" type="datetime1">
              <a:rPr lang="nb-NO" smtClean="0"/>
              <a:t>06.01.2025</a:t>
            </a:fld>
            <a:endParaRPr lang="nb-NO" dirty="0"/>
          </a:p>
        </p:txBody>
      </p:sp>
      <p:sp>
        <p:nvSpPr>
          <p:cNvPr id="18" name="Plassholder for tekst 2">
            <a:extLst>
              <a:ext uri="{FF2B5EF4-FFF2-40B4-BE49-F238E27FC236}">
                <a16:creationId xmlns:a16="http://schemas.microsoft.com/office/drawing/2014/main" id="{3FCAAF28-DFA1-B224-FE4E-65389B0B527A}"/>
              </a:ext>
            </a:extLst>
          </p:cNvPr>
          <p:cNvSpPr>
            <a:spLocks noGrp="1"/>
          </p:cNvSpPr>
          <p:nvPr>
            <p:ph type="body" idx="1"/>
          </p:nvPr>
        </p:nvSpPr>
        <p:spPr>
          <a:xfrm>
            <a:off x="450692" y="4095914"/>
            <a:ext cx="5211813" cy="914609"/>
          </a:xfrm>
        </p:spPr>
        <p:txBody>
          <a:bodyPr>
            <a:normAutofit/>
          </a:bodyPr>
          <a:lstStyle>
            <a:lvl1pPr marL="0" indent="0">
              <a:buNone/>
              <a:defRPr sz="1600">
                <a:solidFill>
                  <a:schemeClr val="lt1"/>
                </a:solidFill>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a:t>Click to edit Master text styles</a:t>
            </a:r>
          </a:p>
        </p:txBody>
      </p:sp>
      <p:sp>
        <p:nvSpPr>
          <p:cNvPr id="11" name="Tittel 9">
            <a:extLst>
              <a:ext uri="{FF2B5EF4-FFF2-40B4-BE49-F238E27FC236}">
                <a16:creationId xmlns:a16="http://schemas.microsoft.com/office/drawing/2014/main" id="{CCCB46F9-4637-639A-50A2-BAB0078B130F}"/>
              </a:ext>
            </a:extLst>
          </p:cNvPr>
          <p:cNvSpPr>
            <a:spLocks noGrp="1"/>
          </p:cNvSpPr>
          <p:nvPr>
            <p:ph type="title"/>
          </p:nvPr>
        </p:nvSpPr>
        <p:spPr>
          <a:xfrm>
            <a:off x="450694" y="1560867"/>
            <a:ext cx="5211811" cy="1436291"/>
          </a:xfrm>
        </p:spPr>
        <p:txBody>
          <a:bodyPr>
            <a:noAutofit/>
          </a:bodyPr>
          <a:lstStyle>
            <a:lvl1pPr>
              <a:defRPr sz="4267">
                <a:solidFill>
                  <a:schemeClr val="lt1"/>
                </a:solidFill>
              </a:defRPr>
            </a:lvl1pPr>
          </a:lstStyle>
          <a:p>
            <a:r>
              <a:rPr lang="en-US"/>
              <a:t>Click to edit Master title style</a:t>
            </a:r>
            <a:endParaRPr lang="nb-NO" dirty="0"/>
          </a:p>
        </p:txBody>
      </p:sp>
      <p:sp>
        <p:nvSpPr>
          <p:cNvPr id="19" name="Undertittel 11">
            <a:extLst>
              <a:ext uri="{FF2B5EF4-FFF2-40B4-BE49-F238E27FC236}">
                <a16:creationId xmlns:a16="http://schemas.microsoft.com/office/drawing/2014/main" id="{97F20145-2471-1D3D-8895-7F4EA5552120}"/>
              </a:ext>
            </a:extLst>
          </p:cNvPr>
          <p:cNvSpPr>
            <a:spLocks noGrp="1"/>
          </p:cNvSpPr>
          <p:nvPr>
            <p:ph type="subTitle" sz="quarter" idx="15"/>
          </p:nvPr>
        </p:nvSpPr>
        <p:spPr>
          <a:xfrm>
            <a:off x="450692" y="1109463"/>
            <a:ext cx="5211811" cy="451405"/>
          </a:xfrm>
          <a:prstGeom prst="rect">
            <a:avLst/>
          </a:prstGeom>
        </p:spPr>
        <p:txBody>
          <a:bodyPr lIns="91440" tIns="45720" rIns="91440" bIns="45720" anchor="b"/>
          <a:lstStyle>
            <a:lvl1pPr marL="0" indent="0" algn="l">
              <a:buNone/>
              <a:defRPr sz="2133">
                <a:solidFill>
                  <a:schemeClr val="lt1"/>
                </a:solidFill>
              </a:defRPr>
            </a:lvl1pPr>
            <a:lvl2pPr marL="609585" indent="0" algn="ctr">
              <a:buNone/>
            </a:lvl2pPr>
            <a:lvl3pPr marL="1219170" indent="0" algn="ctr">
              <a:buNone/>
            </a:lvl3pPr>
            <a:lvl4pPr marL="1828754" indent="0" algn="ctr">
              <a:buNone/>
            </a:lvl4pPr>
            <a:lvl5pPr marL="2438339" indent="0" algn="ctr">
              <a:buNone/>
            </a:lvl5pPr>
            <a:lvl6pPr marL="3047924" indent="0" algn="ctr">
              <a:buNone/>
            </a:lvl6pPr>
            <a:lvl7pPr marL="3657509" indent="0" algn="ctr">
              <a:buNone/>
            </a:lvl7pPr>
            <a:lvl8pPr marL="4267093" indent="0" algn="ctr">
              <a:buNone/>
            </a:lvl8pPr>
            <a:lvl9pPr marL="4876678" indent="0" algn="ctr">
              <a:buNone/>
            </a:lvl9pPr>
          </a:lstStyle>
          <a:p>
            <a:r>
              <a:rPr lang="en-US"/>
              <a:t>Click to edit Master subtitle style</a:t>
            </a:r>
            <a:endParaRPr lang="nb-NO" dirty="0"/>
          </a:p>
        </p:txBody>
      </p:sp>
      <p:sp>
        <p:nvSpPr>
          <p:cNvPr id="9" name="Plassholder for lysbildenummer 5">
            <a:extLst>
              <a:ext uri="{FF2B5EF4-FFF2-40B4-BE49-F238E27FC236}">
                <a16:creationId xmlns:a16="http://schemas.microsoft.com/office/drawing/2014/main" id="{F3D21731-21E4-27A5-02B0-411FD4C5FFFD}"/>
              </a:ext>
            </a:extLst>
          </p:cNvPr>
          <p:cNvSpPr>
            <a:spLocks noGrp="1"/>
          </p:cNvSpPr>
          <p:nvPr>
            <p:ph type="sldNum" sz="quarter" idx="12"/>
          </p:nvPr>
        </p:nvSpPr>
        <p:spPr>
          <a:xfrm>
            <a:off x="11192400" y="6201767"/>
            <a:ext cx="574284" cy="144000"/>
          </a:xfrm>
        </p:spPr>
        <p:txBody>
          <a:bodyPr/>
          <a:lstStyle>
            <a:lvl1pPr>
              <a:defRPr>
                <a:solidFill>
                  <a:schemeClr val="lt1"/>
                </a:solidFill>
              </a:defRPr>
            </a:lvl1pPr>
          </a:lstStyle>
          <a:p>
            <a:fld id="{75567799-16DF-41EB-91D4-5F77DECB4B9E}" type="slidenum">
              <a:rPr lang="nb-NO" smtClean="0"/>
              <a:pPr/>
              <a:t>‹#›</a:t>
            </a:fld>
            <a:endParaRPr lang="nb-NO" dirty="0"/>
          </a:p>
        </p:txBody>
      </p:sp>
      <p:sp>
        <p:nvSpPr>
          <p:cNvPr id="10" name="Plassholder for bunntekst 4">
            <a:extLst>
              <a:ext uri="{FF2B5EF4-FFF2-40B4-BE49-F238E27FC236}">
                <a16:creationId xmlns:a16="http://schemas.microsoft.com/office/drawing/2014/main" id="{997C5DEC-DF5D-1522-362C-81128548456B}"/>
              </a:ext>
            </a:extLst>
          </p:cNvPr>
          <p:cNvSpPr txBox="1">
            <a:spLocks/>
          </p:cNvSpPr>
          <p:nvPr userDrawn="1"/>
        </p:nvSpPr>
        <p:spPr>
          <a:xfrm>
            <a:off x="2146100" y="6150583"/>
            <a:ext cx="2269381" cy="246221"/>
          </a:xfrm>
          <a:prstGeom prst="rect">
            <a:avLst/>
          </a:prstGeom>
        </p:spPr>
        <p:txBody>
          <a:bodyPr vert="horz" lIns="121920" tIns="60960" rIns="121920" bIns="60960" rtlCol="0" anchor="ctr"/>
          <a:lstStyle>
            <a:defPPr>
              <a:defRPr lang="nb-NO"/>
            </a:defPPr>
            <a:lvl1pPr marL="0" algn="l" defTabSz="685800" rtl="0" eaLnBrk="1" latinLnBrk="0" hangingPunct="1">
              <a:defRPr sz="600" kern="1200">
                <a:solidFill>
                  <a:srgbClr val="999999"/>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800">
                <a:solidFill>
                  <a:schemeClr val="bg2"/>
                </a:solidFill>
              </a:rPr>
              <a:t>See Statement of Proprietary information</a:t>
            </a:r>
            <a:endParaRPr lang="nb-NO" sz="800" dirty="0">
              <a:solidFill>
                <a:schemeClr val="bg2"/>
              </a:solidFill>
            </a:endParaRPr>
          </a:p>
        </p:txBody>
      </p:sp>
      <p:sp>
        <p:nvSpPr>
          <p:cNvPr id="12" name="Plassholder for lysbildenummer 5">
            <a:extLst>
              <a:ext uri="{FF2B5EF4-FFF2-40B4-BE49-F238E27FC236}">
                <a16:creationId xmlns:a16="http://schemas.microsoft.com/office/drawing/2014/main" id="{FE6C70C7-D8FC-5FA0-3DCE-170DB029D8FC}"/>
              </a:ext>
            </a:extLst>
          </p:cNvPr>
          <p:cNvSpPr txBox="1">
            <a:spLocks/>
          </p:cNvSpPr>
          <p:nvPr userDrawn="1"/>
        </p:nvSpPr>
        <p:spPr>
          <a:xfrm>
            <a:off x="11007071" y="6201767"/>
            <a:ext cx="574284" cy="144000"/>
          </a:xfrm>
          <a:prstGeom prst="rect">
            <a:avLst/>
          </a:prstGeom>
        </p:spPr>
        <p:txBody>
          <a:bodyPr vert="horz" lIns="0" tIns="0" rIns="0" bIns="0" rtlCol="0" anchor="ctr"/>
          <a:lstStyle>
            <a:defPPr>
              <a:defRPr lang="nb-NO"/>
            </a:defPPr>
            <a:lvl1pPr marL="0" algn="r" defTabSz="685800" rtl="0" eaLnBrk="1" latinLnBrk="0" hangingPunct="1">
              <a:defRPr sz="900" kern="1200">
                <a:solidFill>
                  <a:schemeClr val="dk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nb-NO" sz="1200" dirty="0">
              <a:solidFill>
                <a:schemeClr val="bg1"/>
              </a:solidFill>
            </a:endParaRPr>
          </a:p>
        </p:txBody>
      </p:sp>
      <p:pic>
        <p:nvPicPr>
          <p:cNvPr id="14" name="Picture 15">
            <a:extLst>
              <a:ext uri="{FF2B5EF4-FFF2-40B4-BE49-F238E27FC236}">
                <a16:creationId xmlns:a16="http://schemas.microsoft.com/office/drawing/2014/main" id="{70DD2035-F161-A37D-552C-A686EF22F3C3}"/>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452032" y="6173387"/>
            <a:ext cx="1073373" cy="202199"/>
          </a:xfrm>
          <a:prstGeom prst="rect">
            <a:avLst/>
          </a:prstGeom>
        </p:spPr>
      </p:pic>
    </p:spTree>
    <p:extLst>
      <p:ext uri="{BB962C8B-B14F-4D97-AF65-F5344CB8AC3E}">
        <p14:creationId xmlns:p14="http://schemas.microsoft.com/office/powerpoint/2010/main" val="260474228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Content with icons">
    <p:spTree>
      <p:nvGrpSpPr>
        <p:cNvPr id="1" name=""/>
        <p:cNvGrpSpPr/>
        <p:nvPr/>
      </p:nvGrpSpPr>
      <p:grpSpPr>
        <a:xfrm>
          <a:off x="0" y="0"/>
          <a:ext cx="0" cy="0"/>
          <a:chOff x="0" y="0"/>
          <a:chExt cx="0" cy="0"/>
        </a:xfrm>
      </p:grpSpPr>
      <p:graphicFrame>
        <p:nvGraphicFramePr>
          <p:cNvPr id="20" name="think-cell data - do not delete" hidden="1">
            <a:extLst>
              <a:ext uri="{FF2B5EF4-FFF2-40B4-BE49-F238E27FC236}">
                <a16:creationId xmlns:a16="http://schemas.microsoft.com/office/drawing/2014/main" id="{37D956A8-2671-E9AC-AC67-73F190734B12}"/>
              </a:ext>
            </a:extLst>
          </p:cNvPr>
          <p:cNvGraphicFramePr>
            <a:graphicFrameLocks noChangeAspect="1"/>
          </p:cNvGraphicFramePr>
          <p:nvPr userDrawn="1">
            <p:custDataLst>
              <p:tags r:id="rId1"/>
            </p:custDataLst>
            <p:extLst>
              <p:ext uri="{D42A27DB-BD31-4B8C-83A1-F6EECF244321}">
                <p14:modId xmlns:p14="http://schemas.microsoft.com/office/powerpoint/2010/main" val="1740572761"/>
              </p:ext>
            </p:extLst>
          </p:nvPr>
        </p:nvGraphicFramePr>
        <p:xfrm>
          <a:off x="2118" y="2118"/>
          <a:ext cx="2117" cy="2117"/>
        </p:xfrm>
        <a:graphic>
          <a:graphicData uri="http://schemas.openxmlformats.org/presentationml/2006/ole">
            <mc:AlternateContent xmlns:mc="http://schemas.openxmlformats.org/markup-compatibility/2006">
              <mc:Choice xmlns:v="urn:schemas-microsoft-com:vml" Requires="v">
                <p:oleObj name="think-cell Slide" r:id="rId3" imgW="408" imgH="408" progId="TCLayout.ActiveDocument.1">
                  <p:embed/>
                </p:oleObj>
              </mc:Choice>
              <mc:Fallback>
                <p:oleObj name="think-cell Slide" r:id="rId3" imgW="408" imgH="408" progId="TCLayout.ActiveDocument.1">
                  <p:embed/>
                  <p:pic>
                    <p:nvPicPr>
                      <p:cNvPr id="20" name="think-cell data - do not delete" hidden="1">
                        <a:extLst>
                          <a:ext uri="{FF2B5EF4-FFF2-40B4-BE49-F238E27FC236}">
                            <a16:creationId xmlns:a16="http://schemas.microsoft.com/office/drawing/2014/main" id="{37D956A8-2671-E9AC-AC67-73F190734B12}"/>
                          </a:ext>
                        </a:extLst>
                      </p:cNvPr>
                      <p:cNvPicPr/>
                      <p:nvPr/>
                    </p:nvPicPr>
                    <p:blipFill>
                      <a:blip r:embed="rId4"/>
                      <a:stretch>
                        <a:fillRect/>
                      </a:stretch>
                    </p:blipFill>
                    <p:spPr>
                      <a:xfrm>
                        <a:off x="2118" y="2118"/>
                        <a:ext cx="2117" cy="2117"/>
                      </a:xfrm>
                      <a:prstGeom prst="rect">
                        <a:avLst/>
                      </a:prstGeom>
                    </p:spPr>
                  </p:pic>
                </p:oleObj>
              </mc:Fallback>
            </mc:AlternateContent>
          </a:graphicData>
        </a:graphic>
      </p:graphicFrame>
      <p:sp>
        <p:nvSpPr>
          <p:cNvPr id="15" name="Plassholder for bilde 14">
            <a:extLst>
              <a:ext uri="{FF2B5EF4-FFF2-40B4-BE49-F238E27FC236}">
                <a16:creationId xmlns:a16="http://schemas.microsoft.com/office/drawing/2014/main" id="{E0A74F4A-623F-9A40-E271-672454C1B81F}"/>
              </a:ext>
            </a:extLst>
          </p:cNvPr>
          <p:cNvSpPr>
            <a:spLocks noGrp="1"/>
          </p:cNvSpPr>
          <p:nvPr>
            <p:ph type="pic" sz="quarter" idx="13"/>
          </p:nvPr>
        </p:nvSpPr>
        <p:spPr>
          <a:xfrm>
            <a:off x="6103620" y="0"/>
            <a:ext cx="2034000" cy="2284796"/>
          </a:xfrm>
          <a:prstGeom prst="rect">
            <a:avLst/>
          </a:prstGeom>
          <a:solidFill>
            <a:srgbClr val="09BCAD"/>
          </a:solidFill>
        </p:spPr>
        <p:txBody>
          <a:bodyPr tIns="585211"/>
          <a:lstStyle>
            <a:lvl1pPr marL="228594" indent="-228594" algn="ctr" defTabSz="914377" rtl="0" eaLnBrk="1" latinLnBrk="0" hangingPunct="1">
              <a:lnSpc>
                <a:spcPct val="110000"/>
              </a:lnSpc>
              <a:spcBef>
                <a:spcPts val="0"/>
              </a:spcBef>
              <a:buFont typeface="Arial" panose="020B0604020202020204" pitchFamily="34" charset="0"/>
              <a:buNone/>
              <a:defRPr sz="1600"/>
            </a:lvl1pPr>
          </a:lstStyle>
          <a:p>
            <a:r>
              <a:rPr lang="en-US"/>
              <a:t>Click icon to add picture</a:t>
            </a:r>
            <a:endParaRPr lang="nb-NO" dirty="0"/>
          </a:p>
        </p:txBody>
      </p:sp>
      <p:sp>
        <p:nvSpPr>
          <p:cNvPr id="2" name="Plassholder for bilde 14">
            <a:extLst>
              <a:ext uri="{FF2B5EF4-FFF2-40B4-BE49-F238E27FC236}">
                <a16:creationId xmlns:a16="http://schemas.microsoft.com/office/drawing/2014/main" id="{99407EF8-8449-DB62-2012-4D1D1E0730F6}"/>
              </a:ext>
            </a:extLst>
          </p:cNvPr>
          <p:cNvSpPr>
            <a:spLocks noGrp="1"/>
          </p:cNvSpPr>
          <p:nvPr>
            <p:ph type="pic" sz="quarter" idx="16"/>
          </p:nvPr>
        </p:nvSpPr>
        <p:spPr>
          <a:xfrm>
            <a:off x="8126764" y="0"/>
            <a:ext cx="2034000" cy="2284796"/>
          </a:xfrm>
          <a:prstGeom prst="rect">
            <a:avLst/>
          </a:prstGeom>
          <a:solidFill>
            <a:srgbClr val="2463C2"/>
          </a:solidFill>
        </p:spPr>
        <p:txBody>
          <a:bodyPr tIns="585211"/>
          <a:lstStyle>
            <a:lvl1pPr marL="228594" indent="-228594" algn="ctr" defTabSz="914377" rtl="0" eaLnBrk="1" latinLnBrk="0" hangingPunct="1">
              <a:lnSpc>
                <a:spcPct val="110000"/>
              </a:lnSpc>
              <a:spcBef>
                <a:spcPts val="0"/>
              </a:spcBef>
              <a:buFont typeface="Arial" panose="020B0604020202020204" pitchFamily="34" charset="0"/>
              <a:buNone/>
              <a:defRPr sz="1600"/>
            </a:lvl1pPr>
          </a:lstStyle>
          <a:p>
            <a:r>
              <a:rPr lang="en-US"/>
              <a:t>Click icon to add picture</a:t>
            </a:r>
            <a:endParaRPr lang="nb-NO" dirty="0"/>
          </a:p>
        </p:txBody>
      </p:sp>
      <p:sp>
        <p:nvSpPr>
          <p:cNvPr id="6" name="Plassholder for bilde 14">
            <a:extLst>
              <a:ext uri="{FF2B5EF4-FFF2-40B4-BE49-F238E27FC236}">
                <a16:creationId xmlns:a16="http://schemas.microsoft.com/office/drawing/2014/main" id="{5D49ADE9-AD03-90DB-5C79-FB4D6CAF116D}"/>
              </a:ext>
            </a:extLst>
          </p:cNvPr>
          <p:cNvSpPr>
            <a:spLocks noGrp="1"/>
          </p:cNvSpPr>
          <p:nvPr>
            <p:ph type="pic" sz="quarter" idx="17"/>
          </p:nvPr>
        </p:nvSpPr>
        <p:spPr>
          <a:xfrm>
            <a:off x="10153277" y="0"/>
            <a:ext cx="2034000" cy="2284796"/>
          </a:xfrm>
          <a:prstGeom prst="rect">
            <a:avLst/>
          </a:prstGeom>
          <a:solidFill>
            <a:srgbClr val="5B834D"/>
          </a:solidFill>
        </p:spPr>
        <p:txBody>
          <a:bodyPr tIns="585211"/>
          <a:lstStyle>
            <a:lvl1pPr marL="228594" indent="-228594" algn="ctr" defTabSz="914377" rtl="0" eaLnBrk="1" latinLnBrk="0" hangingPunct="1">
              <a:lnSpc>
                <a:spcPct val="110000"/>
              </a:lnSpc>
              <a:spcBef>
                <a:spcPts val="0"/>
              </a:spcBef>
              <a:buFont typeface="Arial" panose="020B0604020202020204" pitchFamily="34" charset="0"/>
              <a:buNone/>
              <a:defRPr sz="1600"/>
            </a:lvl1pPr>
          </a:lstStyle>
          <a:p>
            <a:r>
              <a:rPr lang="en-US"/>
              <a:t>Click icon to add picture</a:t>
            </a:r>
            <a:endParaRPr lang="nb-NO" dirty="0"/>
          </a:p>
        </p:txBody>
      </p:sp>
      <p:sp>
        <p:nvSpPr>
          <p:cNvPr id="9" name="Plassholder for bilde 14">
            <a:extLst>
              <a:ext uri="{FF2B5EF4-FFF2-40B4-BE49-F238E27FC236}">
                <a16:creationId xmlns:a16="http://schemas.microsoft.com/office/drawing/2014/main" id="{5A4EE418-96C8-7FCD-6457-1C29B3BEBF8A}"/>
              </a:ext>
            </a:extLst>
          </p:cNvPr>
          <p:cNvSpPr>
            <a:spLocks noGrp="1"/>
          </p:cNvSpPr>
          <p:nvPr>
            <p:ph type="pic" sz="quarter" idx="18"/>
          </p:nvPr>
        </p:nvSpPr>
        <p:spPr>
          <a:xfrm>
            <a:off x="6103620" y="2286000"/>
            <a:ext cx="2034000" cy="2284796"/>
          </a:xfrm>
          <a:prstGeom prst="rect">
            <a:avLst/>
          </a:prstGeom>
          <a:solidFill>
            <a:srgbClr val="AA906E"/>
          </a:solidFill>
        </p:spPr>
        <p:txBody>
          <a:bodyPr tIns="585211"/>
          <a:lstStyle>
            <a:lvl1pPr marL="228594" indent="-228594" algn="ctr" defTabSz="914377" rtl="0" eaLnBrk="1" latinLnBrk="0" hangingPunct="1">
              <a:lnSpc>
                <a:spcPct val="110000"/>
              </a:lnSpc>
              <a:spcBef>
                <a:spcPts val="0"/>
              </a:spcBef>
              <a:buFont typeface="Arial" panose="020B0604020202020204" pitchFamily="34" charset="0"/>
              <a:buNone/>
              <a:defRPr sz="1600"/>
            </a:lvl1pPr>
          </a:lstStyle>
          <a:p>
            <a:r>
              <a:rPr lang="en-US"/>
              <a:t>Click icon to add picture</a:t>
            </a:r>
            <a:endParaRPr lang="nb-NO" dirty="0"/>
          </a:p>
        </p:txBody>
      </p:sp>
      <p:sp>
        <p:nvSpPr>
          <p:cNvPr id="10" name="Plassholder for bilde 14">
            <a:extLst>
              <a:ext uri="{FF2B5EF4-FFF2-40B4-BE49-F238E27FC236}">
                <a16:creationId xmlns:a16="http://schemas.microsoft.com/office/drawing/2014/main" id="{98B26025-5C31-E08E-EE60-4B4ED247F80E}"/>
              </a:ext>
            </a:extLst>
          </p:cNvPr>
          <p:cNvSpPr>
            <a:spLocks noGrp="1"/>
          </p:cNvSpPr>
          <p:nvPr>
            <p:ph type="pic" sz="quarter" idx="19"/>
          </p:nvPr>
        </p:nvSpPr>
        <p:spPr>
          <a:xfrm>
            <a:off x="8126764" y="2286000"/>
            <a:ext cx="2034000" cy="2284796"/>
          </a:xfrm>
          <a:prstGeom prst="rect">
            <a:avLst/>
          </a:prstGeom>
          <a:solidFill>
            <a:srgbClr val="15C470"/>
          </a:solidFill>
        </p:spPr>
        <p:txBody>
          <a:bodyPr tIns="585211"/>
          <a:lstStyle>
            <a:lvl1pPr marL="228594" indent="-228594" algn="ctr" defTabSz="914377" rtl="0" eaLnBrk="1" latinLnBrk="0" hangingPunct="1">
              <a:lnSpc>
                <a:spcPct val="110000"/>
              </a:lnSpc>
              <a:spcBef>
                <a:spcPts val="0"/>
              </a:spcBef>
              <a:buFont typeface="Arial" panose="020B0604020202020204" pitchFamily="34" charset="0"/>
              <a:buNone/>
              <a:defRPr sz="1600"/>
            </a:lvl1pPr>
          </a:lstStyle>
          <a:p>
            <a:r>
              <a:rPr lang="en-US"/>
              <a:t>Click icon to add picture</a:t>
            </a:r>
            <a:endParaRPr lang="nb-NO" dirty="0"/>
          </a:p>
        </p:txBody>
      </p:sp>
      <p:sp>
        <p:nvSpPr>
          <p:cNvPr id="12" name="Plassholder for bilde 14">
            <a:extLst>
              <a:ext uri="{FF2B5EF4-FFF2-40B4-BE49-F238E27FC236}">
                <a16:creationId xmlns:a16="http://schemas.microsoft.com/office/drawing/2014/main" id="{14C5DDBD-6C28-6982-E2AC-8115D9094BD7}"/>
              </a:ext>
            </a:extLst>
          </p:cNvPr>
          <p:cNvSpPr>
            <a:spLocks noGrp="1"/>
          </p:cNvSpPr>
          <p:nvPr>
            <p:ph type="pic" sz="quarter" idx="20"/>
          </p:nvPr>
        </p:nvSpPr>
        <p:spPr>
          <a:xfrm>
            <a:off x="10153277" y="2286000"/>
            <a:ext cx="2034000" cy="2284796"/>
          </a:xfrm>
          <a:prstGeom prst="rect">
            <a:avLst/>
          </a:prstGeom>
          <a:solidFill>
            <a:srgbClr val="014A42"/>
          </a:solidFill>
        </p:spPr>
        <p:txBody>
          <a:bodyPr tIns="585211"/>
          <a:lstStyle>
            <a:lvl1pPr marL="228594" indent="-228594" algn="ctr" defTabSz="914377" rtl="0" eaLnBrk="1" latinLnBrk="0" hangingPunct="1">
              <a:lnSpc>
                <a:spcPct val="110000"/>
              </a:lnSpc>
              <a:spcBef>
                <a:spcPts val="0"/>
              </a:spcBef>
              <a:buFont typeface="Arial" panose="020B0604020202020204" pitchFamily="34" charset="0"/>
              <a:buNone/>
              <a:defRPr sz="1600">
                <a:solidFill>
                  <a:schemeClr val="bg1"/>
                </a:solidFill>
              </a:defRPr>
            </a:lvl1pPr>
          </a:lstStyle>
          <a:p>
            <a:r>
              <a:rPr lang="en-US"/>
              <a:t>Click icon to add picture</a:t>
            </a:r>
            <a:endParaRPr lang="nb-NO" dirty="0"/>
          </a:p>
        </p:txBody>
      </p:sp>
      <p:sp>
        <p:nvSpPr>
          <p:cNvPr id="13" name="Plassholder for bilde 14">
            <a:extLst>
              <a:ext uri="{FF2B5EF4-FFF2-40B4-BE49-F238E27FC236}">
                <a16:creationId xmlns:a16="http://schemas.microsoft.com/office/drawing/2014/main" id="{2096BA64-D68F-E2B8-89BF-D0C269D34B8C}"/>
              </a:ext>
            </a:extLst>
          </p:cNvPr>
          <p:cNvSpPr>
            <a:spLocks noGrp="1"/>
          </p:cNvSpPr>
          <p:nvPr>
            <p:ph type="pic" sz="quarter" idx="21"/>
          </p:nvPr>
        </p:nvSpPr>
        <p:spPr>
          <a:xfrm>
            <a:off x="6103620" y="4572000"/>
            <a:ext cx="2034000" cy="2284796"/>
          </a:xfrm>
          <a:prstGeom prst="rect">
            <a:avLst/>
          </a:prstGeom>
          <a:solidFill>
            <a:srgbClr val="D71D15"/>
          </a:solidFill>
        </p:spPr>
        <p:txBody>
          <a:bodyPr tIns="585211"/>
          <a:lstStyle>
            <a:lvl1pPr marL="228594" indent="-228594" algn="ctr" defTabSz="914377" rtl="0" eaLnBrk="1" latinLnBrk="0" hangingPunct="1">
              <a:lnSpc>
                <a:spcPct val="110000"/>
              </a:lnSpc>
              <a:spcBef>
                <a:spcPts val="0"/>
              </a:spcBef>
              <a:buFont typeface="Arial" panose="020B0604020202020204" pitchFamily="34" charset="0"/>
              <a:buNone/>
              <a:defRPr sz="1600"/>
            </a:lvl1pPr>
          </a:lstStyle>
          <a:p>
            <a:r>
              <a:rPr lang="en-US"/>
              <a:t>Click icon to add picture</a:t>
            </a:r>
            <a:endParaRPr lang="nb-NO" dirty="0"/>
          </a:p>
        </p:txBody>
      </p:sp>
      <p:sp>
        <p:nvSpPr>
          <p:cNvPr id="14" name="Plassholder for bilde 14">
            <a:extLst>
              <a:ext uri="{FF2B5EF4-FFF2-40B4-BE49-F238E27FC236}">
                <a16:creationId xmlns:a16="http://schemas.microsoft.com/office/drawing/2014/main" id="{BF95D540-9E5C-1380-78C6-CCD75F10B4F0}"/>
              </a:ext>
            </a:extLst>
          </p:cNvPr>
          <p:cNvSpPr>
            <a:spLocks noGrp="1"/>
          </p:cNvSpPr>
          <p:nvPr>
            <p:ph type="pic" sz="quarter" idx="22"/>
          </p:nvPr>
        </p:nvSpPr>
        <p:spPr>
          <a:xfrm>
            <a:off x="8126764" y="4572000"/>
            <a:ext cx="2034000" cy="2284796"/>
          </a:xfrm>
          <a:prstGeom prst="rect">
            <a:avLst/>
          </a:prstGeom>
          <a:solidFill>
            <a:srgbClr val="FFF572"/>
          </a:solidFill>
        </p:spPr>
        <p:txBody>
          <a:bodyPr tIns="585211"/>
          <a:lstStyle>
            <a:lvl1pPr marL="228594" indent="-228594" algn="ctr" defTabSz="914377" rtl="0" eaLnBrk="1" latinLnBrk="0" hangingPunct="1">
              <a:lnSpc>
                <a:spcPct val="110000"/>
              </a:lnSpc>
              <a:spcBef>
                <a:spcPts val="0"/>
              </a:spcBef>
              <a:buFont typeface="Arial" panose="020B0604020202020204" pitchFamily="34" charset="0"/>
              <a:buNone/>
              <a:defRPr sz="1600"/>
            </a:lvl1pPr>
          </a:lstStyle>
          <a:p>
            <a:r>
              <a:rPr lang="en-US"/>
              <a:t>Click icon to add picture</a:t>
            </a:r>
            <a:endParaRPr lang="nb-NO" dirty="0"/>
          </a:p>
        </p:txBody>
      </p:sp>
      <p:sp>
        <p:nvSpPr>
          <p:cNvPr id="16" name="Plassholder for bilde 14">
            <a:extLst>
              <a:ext uri="{FF2B5EF4-FFF2-40B4-BE49-F238E27FC236}">
                <a16:creationId xmlns:a16="http://schemas.microsoft.com/office/drawing/2014/main" id="{4EFB047A-6DCF-8599-2A27-8DD790D27DFC}"/>
              </a:ext>
            </a:extLst>
          </p:cNvPr>
          <p:cNvSpPr>
            <a:spLocks noGrp="1"/>
          </p:cNvSpPr>
          <p:nvPr>
            <p:ph type="pic" sz="quarter" idx="23"/>
          </p:nvPr>
        </p:nvSpPr>
        <p:spPr>
          <a:xfrm>
            <a:off x="10153277" y="4572000"/>
            <a:ext cx="2034000" cy="2284796"/>
          </a:xfrm>
          <a:prstGeom prst="rect">
            <a:avLst/>
          </a:prstGeom>
          <a:solidFill>
            <a:srgbClr val="E77601"/>
          </a:solidFill>
        </p:spPr>
        <p:txBody>
          <a:bodyPr tIns="585211"/>
          <a:lstStyle>
            <a:lvl1pPr marL="228594" indent="-228594" algn="ctr" defTabSz="914377" rtl="0" eaLnBrk="1" latinLnBrk="0" hangingPunct="1">
              <a:lnSpc>
                <a:spcPct val="110000"/>
              </a:lnSpc>
              <a:spcBef>
                <a:spcPts val="0"/>
              </a:spcBef>
              <a:buFont typeface="Arial" panose="020B0604020202020204" pitchFamily="34" charset="0"/>
              <a:buNone/>
              <a:defRPr sz="1600"/>
            </a:lvl1pPr>
          </a:lstStyle>
          <a:p>
            <a:r>
              <a:rPr lang="en-US"/>
              <a:t>Click icon to add picture</a:t>
            </a:r>
            <a:endParaRPr lang="nb-NO" dirty="0"/>
          </a:p>
        </p:txBody>
      </p:sp>
      <p:sp>
        <p:nvSpPr>
          <p:cNvPr id="4" name="Plassholder for dato 3">
            <a:extLst>
              <a:ext uri="{FF2B5EF4-FFF2-40B4-BE49-F238E27FC236}">
                <a16:creationId xmlns:a16="http://schemas.microsoft.com/office/drawing/2014/main" id="{45D94ABE-C9B1-7446-5386-6FC066D1E55B}"/>
              </a:ext>
            </a:extLst>
          </p:cNvPr>
          <p:cNvSpPr>
            <a:spLocks noGrp="1"/>
          </p:cNvSpPr>
          <p:nvPr>
            <p:ph type="dt" sz="half" idx="10"/>
          </p:nvPr>
        </p:nvSpPr>
        <p:spPr>
          <a:xfrm>
            <a:off x="0" y="-257361"/>
            <a:ext cx="0" cy="205184"/>
          </a:xfrm>
          <a:prstGeom prst="rect">
            <a:avLst/>
          </a:prstGeom>
        </p:spPr>
        <p:txBody>
          <a:bodyPr/>
          <a:lstStyle/>
          <a:p>
            <a:fld id="{19210610-5CCA-4701-96D2-D67F08C03763}" type="datetime1">
              <a:rPr lang="nb-NO" smtClean="0"/>
              <a:t>06.01.2025</a:t>
            </a:fld>
            <a:endParaRPr lang="nb-NO" dirty="0"/>
          </a:p>
        </p:txBody>
      </p:sp>
      <p:sp>
        <p:nvSpPr>
          <p:cNvPr id="18" name="Plassholder for tekst 2">
            <a:extLst>
              <a:ext uri="{FF2B5EF4-FFF2-40B4-BE49-F238E27FC236}">
                <a16:creationId xmlns:a16="http://schemas.microsoft.com/office/drawing/2014/main" id="{3FCAAF28-DFA1-B224-FE4E-65389B0B527A}"/>
              </a:ext>
            </a:extLst>
          </p:cNvPr>
          <p:cNvSpPr>
            <a:spLocks noGrp="1"/>
          </p:cNvSpPr>
          <p:nvPr>
            <p:ph type="body" idx="1"/>
          </p:nvPr>
        </p:nvSpPr>
        <p:spPr>
          <a:xfrm>
            <a:off x="450692" y="4095914"/>
            <a:ext cx="5211813" cy="914609"/>
          </a:xfrm>
        </p:spPr>
        <p:txBody>
          <a:bodyPr>
            <a:normAutofit/>
          </a:bodyPr>
          <a:lstStyle>
            <a:lvl1pPr marL="0" indent="0">
              <a:buNone/>
              <a:defRPr sz="1600">
                <a:solidFill>
                  <a:schemeClr val="tx1">
                    <a:lumMod val="75000"/>
                    <a:lumOff val="25000"/>
                  </a:schemeClr>
                </a:solidFill>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a:t>Click to edit Master text styles</a:t>
            </a:r>
          </a:p>
        </p:txBody>
      </p:sp>
      <p:sp>
        <p:nvSpPr>
          <p:cNvPr id="11" name="Tittel 9">
            <a:extLst>
              <a:ext uri="{FF2B5EF4-FFF2-40B4-BE49-F238E27FC236}">
                <a16:creationId xmlns:a16="http://schemas.microsoft.com/office/drawing/2014/main" id="{CCCB46F9-4637-639A-50A2-BAB0078B130F}"/>
              </a:ext>
            </a:extLst>
          </p:cNvPr>
          <p:cNvSpPr>
            <a:spLocks noGrp="1"/>
          </p:cNvSpPr>
          <p:nvPr>
            <p:ph type="title"/>
          </p:nvPr>
        </p:nvSpPr>
        <p:spPr>
          <a:xfrm>
            <a:off x="450694" y="1560867"/>
            <a:ext cx="5211811" cy="1436291"/>
          </a:xfrm>
        </p:spPr>
        <p:txBody>
          <a:bodyPr vert="horz">
            <a:noAutofit/>
          </a:bodyPr>
          <a:lstStyle>
            <a:lvl1pPr>
              <a:defRPr sz="4267"/>
            </a:lvl1pPr>
          </a:lstStyle>
          <a:p>
            <a:r>
              <a:rPr lang="en-US"/>
              <a:t>Click to edit Master title style</a:t>
            </a:r>
            <a:endParaRPr lang="nb-NO" dirty="0"/>
          </a:p>
        </p:txBody>
      </p:sp>
      <p:sp>
        <p:nvSpPr>
          <p:cNvPr id="19" name="Undertittel 11">
            <a:extLst>
              <a:ext uri="{FF2B5EF4-FFF2-40B4-BE49-F238E27FC236}">
                <a16:creationId xmlns:a16="http://schemas.microsoft.com/office/drawing/2014/main" id="{97F20145-2471-1D3D-8895-7F4EA5552120}"/>
              </a:ext>
            </a:extLst>
          </p:cNvPr>
          <p:cNvSpPr>
            <a:spLocks noGrp="1"/>
          </p:cNvSpPr>
          <p:nvPr>
            <p:ph type="subTitle" sz="quarter" idx="15"/>
          </p:nvPr>
        </p:nvSpPr>
        <p:spPr>
          <a:xfrm>
            <a:off x="450692" y="1109463"/>
            <a:ext cx="5211811" cy="451405"/>
          </a:xfrm>
          <a:prstGeom prst="rect">
            <a:avLst/>
          </a:prstGeom>
        </p:spPr>
        <p:txBody>
          <a:bodyPr lIns="91440" tIns="45720" rIns="91440" bIns="45720" anchor="b"/>
          <a:lstStyle>
            <a:lvl1pPr marL="0" indent="0" algn="l">
              <a:buNone/>
              <a:defRPr sz="2133"/>
            </a:lvl1pPr>
            <a:lvl2pPr marL="609585" indent="0" algn="ctr">
              <a:buNone/>
            </a:lvl2pPr>
            <a:lvl3pPr marL="1219170" indent="0" algn="ctr">
              <a:buNone/>
            </a:lvl3pPr>
            <a:lvl4pPr marL="1828754" indent="0" algn="ctr">
              <a:buNone/>
            </a:lvl4pPr>
            <a:lvl5pPr marL="2438339" indent="0" algn="ctr">
              <a:buNone/>
            </a:lvl5pPr>
            <a:lvl6pPr marL="3047924" indent="0" algn="ctr">
              <a:buNone/>
            </a:lvl6pPr>
            <a:lvl7pPr marL="3657509" indent="0" algn="ctr">
              <a:buNone/>
            </a:lvl7pPr>
            <a:lvl8pPr marL="4267093" indent="0" algn="ctr">
              <a:buNone/>
            </a:lvl8pPr>
            <a:lvl9pPr marL="4876678" indent="0" algn="ctr">
              <a:buNone/>
            </a:lvl9pPr>
          </a:lstStyle>
          <a:p>
            <a:r>
              <a:rPr lang="en-US"/>
              <a:t>Click to edit Master subtitle style</a:t>
            </a:r>
            <a:endParaRPr lang="nb-NO" dirty="0"/>
          </a:p>
        </p:txBody>
      </p:sp>
      <p:sp>
        <p:nvSpPr>
          <p:cNvPr id="3" name="Plassholder for lysbildenummer 5">
            <a:extLst>
              <a:ext uri="{FF2B5EF4-FFF2-40B4-BE49-F238E27FC236}">
                <a16:creationId xmlns:a16="http://schemas.microsoft.com/office/drawing/2014/main" id="{7FC77976-8358-A9C0-DF96-A9C1F5D4C110}"/>
              </a:ext>
            </a:extLst>
          </p:cNvPr>
          <p:cNvSpPr>
            <a:spLocks noGrp="1"/>
          </p:cNvSpPr>
          <p:nvPr>
            <p:ph type="sldNum" sz="quarter" idx="12"/>
          </p:nvPr>
        </p:nvSpPr>
        <p:spPr>
          <a:xfrm>
            <a:off x="11192400" y="6197004"/>
            <a:ext cx="574284" cy="144000"/>
          </a:xfrm>
        </p:spPr>
        <p:txBody>
          <a:bodyPr/>
          <a:lstStyle>
            <a:lvl1pPr>
              <a:defRPr>
                <a:solidFill>
                  <a:schemeClr val="lt1"/>
                </a:solidFill>
              </a:defRPr>
            </a:lvl1pPr>
          </a:lstStyle>
          <a:p>
            <a:fld id="{75567799-16DF-41EB-91D4-5F77DECB4B9E}" type="slidenum">
              <a:rPr lang="nb-NO" smtClean="0"/>
              <a:pPr/>
              <a:t>‹#›</a:t>
            </a:fld>
            <a:endParaRPr lang="nb-NO" dirty="0"/>
          </a:p>
        </p:txBody>
      </p:sp>
      <p:sp>
        <p:nvSpPr>
          <p:cNvPr id="5" name="Plassholder for bunntekst 4">
            <a:extLst>
              <a:ext uri="{FF2B5EF4-FFF2-40B4-BE49-F238E27FC236}">
                <a16:creationId xmlns:a16="http://schemas.microsoft.com/office/drawing/2014/main" id="{CB47BD69-7ACA-0B34-6EE2-6D5F663E84AE}"/>
              </a:ext>
            </a:extLst>
          </p:cNvPr>
          <p:cNvSpPr txBox="1">
            <a:spLocks/>
          </p:cNvSpPr>
          <p:nvPr userDrawn="1"/>
        </p:nvSpPr>
        <p:spPr>
          <a:xfrm>
            <a:off x="2146100" y="6150583"/>
            <a:ext cx="2269381" cy="246221"/>
          </a:xfrm>
          <a:prstGeom prst="rect">
            <a:avLst/>
          </a:prstGeom>
        </p:spPr>
        <p:txBody>
          <a:bodyPr vert="horz" lIns="121920" tIns="60960" rIns="121920" bIns="60960" rtlCol="0" anchor="ctr"/>
          <a:lstStyle>
            <a:defPPr>
              <a:defRPr lang="nb-NO"/>
            </a:defPPr>
            <a:lvl1pPr marL="0" algn="l" defTabSz="685800" rtl="0" eaLnBrk="1" latinLnBrk="0" hangingPunct="1">
              <a:defRPr sz="600" kern="1200">
                <a:solidFill>
                  <a:srgbClr val="999999"/>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800"/>
              <a:t>See Statement of Proprietary information</a:t>
            </a:r>
            <a:endParaRPr lang="nb-NO" sz="800" dirty="0"/>
          </a:p>
        </p:txBody>
      </p:sp>
      <p:pic>
        <p:nvPicPr>
          <p:cNvPr id="8" name="Picture 15">
            <a:extLst>
              <a:ext uri="{FF2B5EF4-FFF2-40B4-BE49-F238E27FC236}">
                <a16:creationId xmlns:a16="http://schemas.microsoft.com/office/drawing/2014/main" id="{C58D7BC7-9CAB-2621-499E-5A240CC00993}"/>
              </a:ext>
            </a:extLst>
          </p:cNvPr>
          <p:cNvPicPr>
            <a:picLocks noChangeAspect="1"/>
          </p:cNvPicPr>
          <p:nvPr userDrawn="1"/>
        </p:nvPicPr>
        <p:blipFill>
          <a:blip r:embed="rId5" cstate="print">
            <a:extLst>
              <a:ext uri="{28A0092B-C50C-407E-A947-70E740481C1C}">
                <a14:useLocalDpi xmlns:a14="http://schemas.microsoft.com/office/drawing/2010/main"/>
              </a:ext>
            </a:extLst>
          </a:blip>
          <a:stretch>
            <a:fillRect/>
          </a:stretch>
        </p:blipFill>
        <p:spPr>
          <a:xfrm>
            <a:off x="450694" y="6173387"/>
            <a:ext cx="1076052" cy="202199"/>
          </a:xfrm>
          <a:prstGeom prst="rect">
            <a:avLst/>
          </a:prstGeom>
        </p:spPr>
      </p:pic>
    </p:spTree>
    <p:extLst>
      <p:ext uri="{BB962C8B-B14F-4D97-AF65-F5344CB8AC3E}">
        <p14:creationId xmlns:p14="http://schemas.microsoft.com/office/powerpoint/2010/main" val="302874139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Title, subtitle and large image">
    <p:spTree>
      <p:nvGrpSpPr>
        <p:cNvPr id="1" name=""/>
        <p:cNvGrpSpPr/>
        <p:nvPr/>
      </p:nvGrpSpPr>
      <p:grpSpPr>
        <a:xfrm>
          <a:off x="0" y="0"/>
          <a:ext cx="0" cy="0"/>
          <a:chOff x="0" y="0"/>
          <a:chExt cx="0" cy="0"/>
        </a:xfrm>
      </p:grpSpPr>
      <p:sp>
        <p:nvSpPr>
          <p:cNvPr id="12" name="Plassholder for bilde 14">
            <a:extLst>
              <a:ext uri="{FF2B5EF4-FFF2-40B4-BE49-F238E27FC236}">
                <a16:creationId xmlns:a16="http://schemas.microsoft.com/office/drawing/2014/main" id="{768D5868-F359-8049-9BC9-3F81B1CB7B2D}"/>
              </a:ext>
            </a:extLst>
          </p:cNvPr>
          <p:cNvSpPr>
            <a:spLocks noGrp="1"/>
          </p:cNvSpPr>
          <p:nvPr>
            <p:ph type="pic" sz="quarter" idx="14"/>
          </p:nvPr>
        </p:nvSpPr>
        <p:spPr>
          <a:xfrm>
            <a:off x="0" y="1680000"/>
            <a:ext cx="12192000" cy="5178000"/>
          </a:xfrm>
          <a:prstGeom prst="rect">
            <a:avLst/>
          </a:prstGeom>
          <a:solidFill>
            <a:srgbClr val="BFBFBF"/>
          </a:solidFill>
        </p:spPr>
        <p:txBody>
          <a:bodyPr tIns="585211"/>
          <a:lstStyle>
            <a:lvl1pPr marL="228594" indent="-228594" algn="ctr" defTabSz="914377" rtl="0" eaLnBrk="1" latinLnBrk="0" hangingPunct="1">
              <a:lnSpc>
                <a:spcPct val="110000"/>
              </a:lnSpc>
              <a:spcBef>
                <a:spcPts val="0"/>
              </a:spcBef>
              <a:buFont typeface="Arial" panose="020B0604020202020204" pitchFamily="34" charset="0"/>
              <a:buNone/>
              <a:defRPr sz="1600"/>
            </a:lvl1pPr>
          </a:lstStyle>
          <a:p>
            <a:r>
              <a:rPr lang="en-US"/>
              <a:t>Click icon to add picture</a:t>
            </a:r>
            <a:endParaRPr lang="nb-NO" dirty="0"/>
          </a:p>
        </p:txBody>
      </p:sp>
      <p:sp>
        <p:nvSpPr>
          <p:cNvPr id="2" name="Tittel 1">
            <a:extLst>
              <a:ext uri="{FF2B5EF4-FFF2-40B4-BE49-F238E27FC236}">
                <a16:creationId xmlns:a16="http://schemas.microsoft.com/office/drawing/2014/main" id="{04B112E7-8EC4-D7B5-BD8F-27D9645C49AF}"/>
              </a:ext>
            </a:extLst>
          </p:cNvPr>
          <p:cNvSpPr>
            <a:spLocks noGrp="1"/>
          </p:cNvSpPr>
          <p:nvPr>
            <p:ph type="title"/>
          </p:nvPr>
        </p:nvSpPr>
        <p:spPr/>
        <p:txBody>
          <a:bodyPr/>
          <a:lstStyle/>
          <a:p>
            <a:r>
              <a:rPr lang="en-US"/>
              <a:t>Click to edit Master title style</a:t>
            </a:r>
            <a:endParaRPr lang="nb-NO" dirty="0"/>
          </a:p>
        </p:txBody>
      </p:sp>
      <p:sp>
        <p:nvSpPr>
          <p:cNvPr id="3" name="Plassholder for dato 2">
            <a:extLst>
              <a:ext uri="{FF2B5EF4-FFF2-40B4-BE49-F238E27FC236}">
                <a16:creationId xmlns:a16="http://schemas.microsoft.com/office/drawing/2014/main" id="{452E386C-AB3E-9D10-D91E-075FF88D84DE}"/>
              </a:ext>
            </a:extLst>
          </p:cNvPr>
          <p:cNvSpPr>
            <a:spLocks noGrp="1"/>
          </p:cNvSpPr>
          <p:nvPr>
            <p:ph type="dt" sz="half" idx="10"/>
          </p:nvPr>
        </p:nvSpPr>
        <p:spPr>
          <a:xfrm>
            <a:off x="0" y="-257361"/>
            <a:ext cx="0" cy="205184"/>
          </a:xfrm>
          <a:prstGeom prst="rect">
            <a:avLst/>
          </a:prstGeom>
        </p:spPr>
        <p:txBody>
          <a:bodyPr/>
          <a:lstStyle/>
          <a:p>
            <a:fld id="{EB35FD4C-2686-4BD6-9EBB-269A8635E3A4}" type="datetime1">
              <a:rPr lang="nb-NO" smtClean="0"/>
              <a:t>06.01.2025</a:t>
            </a:fld>
            <a:endParaRPr lang="nb-NO" dirty="0"/>
          </a:p>
        </p:txBody>
      </p:sp>
      <p:sp>
        <p:nvSpPr>
          <p:cNvPr id="4" name="Plassholder for lysbildenummer 5">
            <a:extLst>
              <a:ext uri="{FF2B5EF4-FFF2-40B4-BE49-F238E27FC236}">
                <a16:creationId xmlns:a16="http://schemas.microsoft.com/office/drawing/2014/main" id="{4C54C50A-9602-1E6E-97E1-39A403E32834}"/>
              </a:ext>
            </a:extLst>
          </p:cNvPr>
          <p:cNvSpPr>
            <a:spLocks noGrp="1"/>
          </p:cNvSpPr>
          <p:nvPr>
            <p:ph type="sldNum" sz="quarter" idx="12"/>
          </p:nvPr>
        </p:nvSpPr>
        <p:spPr>
          <a:xfrm>
            <a:off x="11192400" y="6201767"/>
            <a:ext cx="574284" cy="144000"/>
          </a:xfrm>
        </p:spPr>
        <p:txBody>
          <a:bodyPr/>
          <a:lstStyle>
            <a:lvl1pPr>
              <a:defRPr>
                <a:solidFill>
                  <a:schemeClr val="lt1"/>
                </a:solidFill>
              </a:defRPr>
            </a:lvl1pPr>
          </a:lstStyle>
          <a:p>
            <a:fld id="{75567799-16DF-41EB-91D4-5F77DECB4B9E}" type="slidenum">
              <a:rPr lang="nb-NO" smtClean="0"/>
              <a:pPr/>
              <a:t>‹#›</a:t>
            </a:fld>
            <a:endParaRPr lang="nb-NO" dirty="0"/>
          </a:p>
        </p:txBody>
      </p:sp>
      <p:sp>
        <p:nvSpPr>
          <p:cNvPr id="6" name="Plassholder for bunntekst 4">
            <a:extLst>
              <a:ext uri="{FF2B5EF4-FFF2-40B4-BE49-F238E27FC236}">
                <a16:creationId xmlns:a16="http://schemas.microsoft.com/office/drawing/2014/main" id="{93305E42-AAA7-543C-B37F-492F1F0F5DD2}"/>
              </a:ext>
            </a:extLst>
          </p:cNvPr>
          <p:cNvSpPr txBox="1">
            <a:spLocks/>
          </p:cNvSpPr>
          <p:nvPr userDrawn="1"/>
        </p:nvSpPr>
        <p:spPr>
          <a:xfrm>
            <a:off x="2146100" y="6150583"/>
            <a:ext cx="2269381" cy="246221"/>
          </a:xfrm>
          <a:prstGeom prst="rect">
            <a:avLst/>
          </a:prstGeom>
        </p:spPr>
        <p:txBody>
          <a:bodyPr vert="horz" lIns="121920" tIns="60960" rIns="121920" bIns="60960" rtlCol="0" anchor="ctr"/>
          <a:lstStyle>
            <a:defPPr>
              <a:defRPr lang="nb-NO"/>
            </a:defPPr>
            <a:lvl1pPr marL="0" algn="l" defTabSz="685800" rtl="0" eaLnBrk="1" latinLnBrk="0" hangingPunct="1">
              <a:defRPr sz="600" kern="1200">
                <a:solidFill>
                  <a:srgbClr val="999999"/>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800">
                <a:solidFill>
                  <a:schemeClr val="bg2"/>
                </a:solidFill>
              </a:rPr>
              <a:t>See Statement of Proprietary information</a:t>
            </a:r>
            <a:endParaRPr lang="nb-NO" sz="800" dirty="0">
              <a:solidFill>
                <a:schemeClr val="bg2"/>
              </a:solidFill>
            </a:endParaRPr>
          </a:p>
        </p:txBody>
      </p:sp>
      <p:pic>
        <p:nvPicPr>
          <p:cNvPr id="10" name="Picture 15">
            <a:extLst>
              <a:ext uri="{FF2B5EF4-FFF2-40B4-BE49-F238E27FC236}">
                <a16:creationId xmlns:a16="http://schemas.microsoft.com/office/drawing/2014/main" id="{7C7BBF7F-A564-44A0-4591-0CBA770F1D94}"/>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452032" y="6173387"/>
            <a:ext cx="1073373" cy="202199"/>
          </a:xfrm>
          <a:prstGeom prst="rect">
            <a:avLst/>
          </a:prstGeom>
        </p:spPr>
      </p:pic>
      <p:sp>
        <p:nvSpPr>
          <p:cNvPr id="5" name="Undertittel 8">
            <a:extLst>
              <a:ext uri="{FF2B5EF4-FFF2-40B4-BE49-F238E27FC236}">
                <a16:creationId xmlns:a16="http://schemas.microsoft.com/office/drawing/2014/main" id="{6330FE84-8797-1040-09C1-7BC47C918355}"/>
              </a:ext>
            </a:extLst>
          </p:cNvPr>
          <p:cNvSpPr>
            <a:spLocks noGrp="1"/>
          </p:cNvSpPr>
          <p:nvPr>
            <p:ph type="subTitle" sz="quarter" idx="13"/>
          </p:nvPr>
        </p:nvSpPr>
        <p:spPr>
          <a:xfrm>
            <a:off x="451199" y="451201"/>
            <a:ext cx="10555869" cy="410369"/>
          </a:xfrm>
          <a:prstGeom prst="rect">
            <a:avLst/>
          </a:prstGeom>
        </p:spPr>
        <p:txBody>
          <a:bodyPr lIns="91440" tIns="45720" rIns="91440" bIns="45720"/>
          <a:lstStyle>
            <a:lvl1pPr marL="0" indent="0" algn="l" rtl="0">
              <a:buNone/>
              <a:defRPr sz="1867"/>
            </a:lvl1pPr>
            <a:lvl2pPr marL="609585" indent="0" algn="ctr">
              <a:buNone/>
            </a:lvl2pPr>
            <a:lvl3pPr marL="1219170" indent="0" algn="ctr">
              <a:buNone/>
            </a:lvl3pPr>
            <a:lvl4pPr marL="1828754" indent="0" algn="ctr">
              <a:buNone/>
            </a:lvl4pPr>
            <a:lvl5pPr marL="2438339" indent="0" algn="ctr">
              <a:buNone/>
            </a:lvl5pPr>
            <a:lvl6pPr marL="3047924" indent="0" algn="ctr">
              <a:buNone/>
            </a:lvl6pPr>
            <a:lvl7pPr marL="3657509" indent="0" algn="ctr">
              <a:buNone/>
            </a:lvl7pPr>
            <a:lvl8pPr marL="4267093" indent="0" algn="ctr">
              <a:buNone/>
            </a:lvl8pPr>
            <a:lvl9pPr marL="4876678" indent="0" algn="ctr">
              <a:buNone/>
            </a:lvl9pPr>
          </a:lstStyle>
          <a:p>
            <a:r>
              <a:rPr lang="en-US"/>
              <a:t>Click to edit Master subtitle style</a:t>
            </a:r>
            <a:endParaRPr lang="en-GB" dirty="0"/>
          </a:p>
        </p:txBody>
      </p:sp>
    </p:spTree>
    <p:extLst>
      <p:ext uri="{BB962C8B-B14F-4D97-AF65-F5344CB8AC3E}">
        <p14:creationId xmlns:p14="http://schemas.microsoft.com/office/powerpoint/2010/main" val="398600563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Title, text and picture">
    <p:spTree>
      <p:nvGrpSpPr>
        <p:cNvPr id="1" name=""/>
        <p:cNvGrpSpPr/>
        <p:nvPr/>
      </p:nvGrpSpPr>
      <p:grpSpPr>
        <a:xfrm>
          <a:off x="0" y="0"/>
          <a:ext cx="0" cy="0"/>
          <a:chOff x="0" y="0"/>
          <a:chExt cx="0" cy="0"/>
        </a:xfrm>
      </p:grpSpPr>
      <p:sp>
        <p:nvSpPr>
          <p:cNvPr id="11" name="Plassholder for bilde 14">
            <a:extLst>
              <a:ext uri="{FF2B5EF4-FFF2-40B4-BE49-F238E27FC236}">
                <a16:creationId xmlns:a16="http://schemas.microsoft.com/office/drawing/2014/main" id="{1BB857C9-757E-64BC-7B26-70EB8A04BE6E}"/>
              </a:ext>
            </a:extLst>
          </p:cNvPr>
          <p:cNvSpPr>
            <a:spLocks noGrp="1"/>
          </p:cNvSpPr>
          <p:nvPr>
            <p:ph type="pic" sz="quarter" idx="14"/>
          </p:nvPr>
        </p:nvSpPr>
        <p:spPr>
          <a:xfrm>
            <a:off x="8131201" y="0"/>
            <a:ext cx="4060801" cy="6858000"/>
          </a:xfrm>
          <a:prstGeom prst="rect">
            <a:avLst/>
          </a:prstGeom>
          <a:solidFill>
            <a:srgbClr val="BFBFBF"/>
          </a:solidFill>
        </p:spPr>
        <p:txBody>
          <a:bodyPr tIns="585211"/>
          <a:lstStyle>
            <a:lvl1pPr marL="228594" indent="-228594" algn="ctr" defTabSz="914377" rtl="0" eaLnBrk="1" latinLnBrk="0" hangingPunct="1">
              <a:lnSpc>
                <a:spcPct val="110000"/>
              </a:lnSpc>
              <a:spcBef>
                <a:spcPts val="0"/>
              </a:spcBef>
              <a:buFont typeface="Arial" panose="020B0604020202020204" pitchFamily="34" charset="0"/>
              <a:buNone/>
              <a:defRPr sz="1600"/>
            </a:lvl1pPr>
          </a:lstStyle>
          <a:p>
            <a:r>
              <a:rPr lang="en-US"/>
              <a:t>Click icon to add picture</a:t>
            </a:r>
            <a:endParaRPr lang="nb-NO" dirty="0"/>
          </a:p>
        </p:txBody>
      </p:sp>
      <p:sp>
        <p:nvSpPr>
          <p:cNvPr id="2" name="Tittel 1">
            <a:extLst>
              <a:ext uri="{FF2B5EF4-FFF2-40B4-BE49-F238E27FC236}">
                <a16:creationId xmlns:a16="http://schemas.microsoft.com/office/drawing/2014/main" id="{6F553747-2654-F532-A5F7-E42586E63CA6}"/>
              </a:ext>
            </a:extLst>
          </p:cNvPr>
          <p:cNvSpPr>
            <a:spLocks noGrp="1"/>
          </p:cNvSpPr>
          <p:nvPr>
            <p:ph type="title"/>
          </p:nvPr>
        </p:nvSpPr>
        <p:spPr>
          <a:xfrm>
            <a:off x="450693" y="783289"/>
            <a:ext cx="7150085" cy="656591"/>
          </a:xfrm>
        </p:spPr>
        <p:txBody>
          <a:bodyPr/>
          <a:lstStyle/>
          <a:p>
            <a:r>
              <a:rPr lang="en-US"/>
              <a:t>Click to edit Master title style</a:t>
            </a:r>
            <a:endParaRPr lang="nb-NO" dirty="0"/>
          </a:p>
        </p:txBody>
      </p:sp>
      <p:sp>
        <p:nvSpPr>
          <p:cNvPr id="3" name="Plassholder for innhold 2">
            <a:extLst>
              <a:ext uri="{FF2B5EF4-FFF2-40B4-BE49-F238E27FC236}">
                <a16:creationId xmlns:a16="http://schemas.microsoft.com/office/drawing/2014/main" id="{9B2259BB-EC9F-6D37-059B-ED1C391C92A0}"/>
              </a:ext>
            </a:extLst>
          </p:cNvPr>
          <p:cNvSpPr>
            <a:spLocks noGrp="1"/>
          </p:cNvSpPr>
          <p:nvPr>
            <p:ph idx="1"/>
          </p:nvPr>
        </p:nvSpPr>
        <p:spPr>
          <a:xfrm>
            <a:off x="450693" y="1680002"/>
            <a:ext cx="7150085" cy="390140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dirty="0"/>
          </a:p>
        </p:txBody>
      </p:sp>
      <p:sp>
        <p:nvSpPr>
          <p:cNvPr id="4" name="Plassholder for dato 3">
            <a:extLst>
              <a:ext uri="{FF2B5EF4-FFF2-40B4-BE49-F238E27FC236}">
                <a16:creationId xmlns:a16="http://schemas.microsoft.com/office/drawing/2014/main" id="{6415BFFD-4019-4E4D-29DD-0B9F958E993C}"/>
              </a:ext>
            </a:extLst>
          </p:cNvPr>
          <p:cNvSpPr>
            <a:spLocks noGrp="1"/>
          </p:cNvSpPr>
          <p:nvPr>
            <p:ph type="dt" sz="half" idx="10"/>
          </p:nvPr>
        </p:nvSpPr>
        <p:spPr>
          <a:xfrm>
            <a:off x="0" y="-257361"/>
            <a:ext cx="0" cy="205184"/>
          </a:xfrm>
          <a:prstGeom prst="rect">
            <a:avLst/>
          </a:prstGeom>
        </p:spPr>
        <p:txBody>
          <a:bodyPr/>
          <a:lstStyle/>
          <a:p>
            <a:fld id="{0CFF321A-25EE-45DB-97BB-8AC4499437FF}" type="datetime1">
              <a:rPr lang="nb-NO" smtClean="0"/>
              <a:t>06.01.2025</a:t>
            </a:fld>
            <a:endParaRPr lang="nb-NO" dirty="0"/>
          </a:p>
        </p:txBody>
      </p:sp>
      <p:sp>
        <p:nvSpPr>
          <p:cNvPr id="5" name="Plassholder for bunntekst 4">
            <a:extLst>
              <a:ext uri="{FF2B5EF4-FFF2-40B4-BE49-F238E27FC236}">
                <a16:creationId xmlns:a16="http://schemas.microsoft.com/office/drawing/2014/main" id="{A85F14F5-4F21-522C-2C06-48F1BC0A4CA7}"/>
              </a:ext>
            </a:extLst>
          </p:cNvPr>
          <p:cNvSpPr>
            <a:spLocks noGrp="1"/>
          </p:cNvSpPr>
          <p:nvPr>
            <p:ph type="ftr" sz="quarter" idx="11"/>
          </p:nvPr>
        </p:nvSpPr>
        <p:spPr>
          <a:xfrm>
            <a:off x="2146100" y="6150583"/>
            <a:ext cx="2269381" cy="246221"/>
          </a:xfrm>
          <a:prstGeom prst="rect">
            <a:avLst/>
          </a:prstGeom>
        </p:spPr>
        <p:txBody>
          <a:bodyPr/>
          <a:lstStyle/>
          <a:p>
            <a:r>
              <a:rPr lang="en-US" dirty="0"/>
              <a:t>See Statement of Proprietary information</a:t>
            </a:r>
            <a:endParaRPr lang="nb-NO" dirty="0"/>
          </a:p>
        </p:txBody>
      </p:sp>
      <p:sp>
        <p:nvSpPr>
          <p:cNvPr id="6" name="Plassholder for lysbildenummer 5">
            <a:extLst>
              <a:ext uri="{FF2B5EF4-FFF2-40B4-BE49-F238E27FC236}">
                <a16:creationId xmlns:a16="http://schemas.microsoft.com/office/drawing/2014/main" id="{136D1912-578F-7E68-51E9-27B2F00DCDD5}"/>
              </a:ext>
            </a:extLst>
          </p:cNvPr>
          <p:cNvSpPr>
            <a:spLocks noGrp="1"/>
          </p:cNvSpPr>
          <p:nvPr>
            <p:ph type="sldNum" sz="quarter" idx="12"/>
          </p:nvPr>
        </p:nvSpPr>
        <p:spPr>
          <a:xfrm>
            <a:off x="11192400" y="6201767"/>
            <a:ext cx="574284" cy="144000"/>
          </a:xfrm>
        </p:spPr>
        <p:txBody>
          <a:bodyPr/>
          <a:lstStyle>
            <a:lvl1pPr>
              <a:defRPr>
                <a:solidFill>
                  <a:schemeClr val="lt1"/>
                </a:solidFill>
              </a:defRPr>
            </a:lvl1pPr>
          </a:lstStyle>
          <a:p>
            <a:fld id="{75567799-16DF-41EB-91D4-5F77DECB4B9E}" type="slidenum">
              <a:rPr lang="nb-NO" smtClean="0"/>
              <a:pPr/>
              <a:t>‹#›</a:t>
            </a:fld>
            <a:endParaRPr lang="nb-NO" dirty="0"/>
          </a:p>
        </p:txBody>
      </p:sp>
      <p:sp>
        <p:nvSpPr>
          <p:cNvPr id="10" name="Undertittel 8">
            <a:extLst>
              <a:ext uri="{FF2B5EF4-FFF2-40B4-BE49-F238E27FC236}">
                <a16:creationId xmlns:a16="http://schemas.microsoft.com/office/drawing/2014/main" id="{5701DB25-AA45-E795-20F5-DD730B0E8C89}"/>
              </a:ext>
            </a:extLst>
          </p:cNvPr>
          <p:cNvSpPr>
            <a:spLocks noGrp="1"/>
          </p:cNvSpPr>
          <p:nvPr>
            <p:ph type="subTitle" sz="quarter" idx="13"/>
          </p:nvPr>
        </p:nvSpPr>
        <p:spPr>
          <a:xfrm>
            <a:off x="451199" y="451201"/>
            <a:ext cx="7150085" cy="410369"/>
          </a:xfrm>
          <a:prstGeom prst="rect">
            <a:avLst/>
          </a:prstGeom>
        </p:spPr>
        <p:txBody>
          <a:bodyPr lIns="91440" tIns="45720" rIns="91440" bIns="45720"/>
          <a:lstStyle>
            <a:lvl1pPr marL="0" indent="0" algn="l">
              <a:buNone/>
              <a:defRPr sz="1867"/>
            </a:lvl1pPr>
            <a:lvl2pPr marL="609585" indent="0" algn="ctr">
              <a:buNone/>
            </a:lvl2pPr>
            <a:lvl3pPr marL="1219170" indent="0" algn="ctr">
              <a:buNone/>
            </a:lvl3pPr>
            <a:lvl4pPr marL="1828754" indent="0" algn="ctr">
              <a:buNone/>
            </a:lvl4pPr>
            <a:lvl5pPr marL="2438339" indent="0" algn="ctr">
              <a:buNone/>
            </a:lvl5pPr>
            <a:lvl6pPr marL="3047924" indent="0" algn="ctr">
              <a:buNone/>
            </a:lvl6pPr>
            <a:lvl7pPr marL="3657509" indent="0" algn="ctr">
              <a:buNone/>
            </a:lvl7pPr>
            <a:lvl8pPr marL="4267093" indent="0" algn="ctr">
              <a:buNone/>
            </a:lvl8pPr>
            <a:lvl9pPr marL="4876678" indent="0" algn="ctr">
              <a:buNone/>
            </a:lvl9pPr>
          </a:lstStyle>
          <a:p>
            <a:r>
              <a:rPr lang="en-US"/>
              <a:t>Click to edit Master subtitle style</a:t>
            </a:r>
            <a:endParaRPr lang="nb-NO" dirty="0"/>
          </a:p>
        </p:txBody>
      </p:sp>
    </p:spTree>
    <p:extLst>
      <p:ext uri="{BB962C8B-B14F-4D97-AF65-F5344CB8AC3E}">
        <p14:creationId xmlns:p14="http://schemas.microsoft.com/office/powerpoint/2010/main" val="407403570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Title, text and icons and picture">
    <p:spTree>
      <p:nvGrpSpPr>
        <p:cNvPr id="1" name=""/>
        <p:cNvGrpSpPr/>
        <p:nvPr/>
      </p:nvGrpSpPr>
      <p:grpSpPr>
        <a:xfrm>
          <a:off x="0" y="0"/>
          <a:ext cx="0" cy="0"/>
          <a:chOff x="0" y="0"/>
          <a:chExt cx="0" cy="0"/>
        </a:xfrm>
      </p:grpSpPr>
      <p:sp>
        <p:nvSpPr>
          <p:cNvPr id="11" name="Plassholder for bilde 14">
            <a:extLst>
              <a:ext uri="{FF2B5EF4-FFF2-40B4-BE49-F238E27FC236}">
                <a16:creationId xmlns:a16="http://schemas.microsoft.com/office/drawing/2014/main" id="{1BB857C9-757E-64BC-7B26-70EB8A04BE6E}"/>
              </a:ext>
            </a:extLst>
          </p:cNvPr>
          <p:cNvSpPr>
            <a:spLocks noGrp="1"/>
          </p:cNvSpPr>
          <p:nvPr>
            <p:ph type="pic" sz="quarter" idx="14"/>
          </p:nvPr>
        </p:nvSpPr>
        <p:spPr>
          <a:xfrm>
            <a:off x="8131201" y="0"/>
            <a:ext cx="4060801" cy="6858000"/>
          </a:xfrm>
          <a:prstGeom prst="rect">
            <a:avLst/>
          </a:prstGeom>
          <a:solidFill>
            <a:srgbClr val="BFBFBF"/>
          </a:solidFill>
        </p:spPr>
        <p:txBody>
          <a:bodyPr tIns="585211"/>
          <a:lstStyle>
            <a:lvl1pPr marL="228594" indent="-228594" algn="ctr" defTabSz="914377" rtl="0" eaLnBrk="1" latinLnBrk="0" hangingPunct="1">
              <a:lnSpc>
                <a:spcPct val="110000"/>
              </a:lnSpc>
              <a:spcBef>
                <a:spcPts val="0"/>
              </a:spcBef>
              <a:buFont typeface="Arial" panose="020B0604020202020204" pitchFamily="34" charset="0"/>
              <a:buNone/>
              <a:defRPr sz="1600"/>
            </a:lvl1pPr>
          </a:lstStyle>
          <a:p>
            <a:r>
              <a:rPr lang="en-US"/>
              <a:t>Click icon to add picture</a:t>
            </a:r>
            <a:endParaRPr lang="nb-NO" dirty="0"/>
          </a:p>
        </p:txBody>
      </p:sp>
      <p:sp>
        <p:nvSpPr>
          <p:cNvPr id="2" name="Tittel 1">
            <a:extLst>
              <a:ext uri="{FF2B5EF4-FFF2-40B4-BE49-F238E27FC236}">
                <a16:creationId xmlns:a16="http://schemas.microsoft.com/office/drawing/2014/main" id="{6F553747-2654-F532-A5F7-E42586E63CA6}"/>
              </a:ext>
            </a:extLst>
          </p:cNvPr>
          <p:cNvSpPr>
            <a:spLocks noGrp="1"/>
          </p:cNvSpPr>
          <p:nvPr>
            <p:ph type="title"/>
          </p:nvPr>
        </p:nvSpPr>
        <p:spPr>
          <a:xfrm>
            <a:off x="450693" y="783289"/>
            <a:ext cx="7150085" cy="656591"/>
          </a:xfrm>
        </p:spPr>
        <p:txBody>
          <a:bodyPr/>
          <a:lstStyle/>
          <a:p>
            <a:r>
              <a:rPr lang="en-US"/>
              <a:t>Click to edit Master title style</a:t>
            </a:r>
            <a:endParaRPr lang="nb-NO" dirty="0"/>
          </a:p>
        </p:txBody>
      </p:sp>
      <p:sp>
        <p:nvSpPr>
          <p:cNvPr id="4" name="Plassholder for dato 3">
            <a:extLst>
              <a:ext uri="{FF2B5EF4-FFF2-40B4-BE49-F238E27FC236}">
                <a16:creationId xmlns:a16="http://schemas.microsoft.com/office/drawing/2014/main" id="{6415BFFD-4019-4E4D-29DD-0B9F958E993C}"/>
              </a:ext>
            </a:extLst>
          </p:cNvPr>
          <p:cNvSpPr>
            <a:spLocks noGrp="1"/>
          </p:cNvSpPr>
          <p:nvPr>
            <p:ph type="dt" sz="half" idx="10"/>
          </p:nvPr>
        </p:nvSpPr>
        <p:spPr>
          <a:xfrm>
            <a:off x="0" y="-257361"/>
            <a:ext cx="0" cy="205184"/>
          </a:xfrm>
          <a:prstGeom prst="rect">
            <a:avLst/>
          </a:prstGeom>
        </p:spPr>
        <p:txBody>
          <a:bodyPr/>
          <a:lstStyle/>
          <a:p>
            <a:fld id="{0CFF321A-25EE-45DB-97BB-8AC4499437FF}" type="datetime1">
              <a:rPr lang="nb-NO" smtClean="0"/>
              <a:t>06.01.2025</a:t>
            </a:fld>
            <a:endParaRPr lang="nb-NO" dirty="0"/>
          </a:p>
        </p:txBody>
      </p:sp>
      <p:sp>
        <p:nvSpPr>
          <p:cNvPr id="5" name="Plassholder for bunntekst 4">
            <a:extLst>
              <a:ext uri="{FF2B5EF4-FFF2-40B4-BE49-F238E27FC236}">
                <a16:creationId xmlns:a16="http://schemas.microsoft.com/office/drawing/2014/main" id="{A85F14F5-4F21-522C-2C06-48F1BC0A4CA7}"/>
              </a:ext>
            </a:extLst>
          </p:cNvPr>
          <p:cNvSpPr>
            <a:spLocks noGrp="1"/>
          </p:cNvSpPr>
          <p:nvPr>
            <p:ph type="ftr" sz="quarter" idx="11"/>
          </p:nvPr>
        </p:nvSpPr>
        <p:spPr>
          <a:xfrm>
            <a:off x="2146100" y="6150583"/>
            <a:ext cx="2269381" cy="246221"/>
          </a:xfrm>
          <a:prstGeom prst="rect">
            <a:avLst/>
          </a:prstGeom>
        </p:spPr>
        <p:txBody>
          <a:bodyPr/>
          <a:lstStyle/>
          <a:p>
            <a:r>
              <a:rPr lang="en-US" dirty="0"/>
              <a:t>See Statement of Proprietary information</a:t>
            </a:r>
            <a:endParaRPr lang="nb-NO" dirty="0"/>
          </a:p>
        </p:txBody>
      </p:sp>
      <p:sp>
        <p:nvSpPr>
          <p:cNvPr id="6" name="Plassholder for lysbildenummer 5">
            <a:extLst>
              <a:ext uri="{FF2B5EF4-FFF2-40B4-BE49-F238E27FC236}">
                <a16:creationId xmlns:a16="http://schemas.microsoft.com/office/drawing/2014/main" id="{136D1912-578F-7E68-51E9-27B2F00DCDD5}"/>
              </a:ext>
            </a:extLst>
          </p:cNvPr>
          <p:cNvSpPr>
            <a:spLocks noGrp="1"/>
          </p:cNvSpPr>
          <p:nvPr>
            <p:ph type="sldNum" sz="quarter" idx="12"/>
          </p:nvPr>
        </p:nvSpPr>
        <p:spPr>
          <a:xfrm>
            <a:off x="11192400" y="6201767"/>
            <a:ext cx="574284" cy="144000"/>
          </a:xfrm>
        </p:spPr>
        <p:txBody>
          <a:bodyPr/>
          <a:lstStyle>
            <a:lvl1pPr>
              <a:defRPr>
                <a:solidFill>
                  <a:schemeClr val="lt1"/>
                </a:solidFill>
              </a:defRPr>
            </a:lvl1pPr>
          </a:lstStyle>
          <a:p>
            <a:fld id="{75567799-16DF-41EB-91D4-5F77DECB4B9E}" type="slidenum">
              <a:rPr lang="nb-NO" smtClean="0"/>
              <a:pPr/>
              <a:t>‹#›</a:t>
            </a:fld>
            <a:endParaRPr lang="nb-NO" dirty="0"/>
          </a:p>
        </p:txBody>
      </p:sp>
      <p:sp>
        <p:nvSpPr>
          <p:cNvPr id="10" name="Undertittel 8">
            <a:extLst>
              <a:ext uri="{FF2B5EF4-FFF2-40B4-BE49-F238E27FC236}">
                <a16:creationId xmlns:a16="http://schemas.microsoft.com/office/drawing/2014/main" id="{5701DB25-AA45-E795-20F5-DD730B0E8C89}"/>
              </a:ext>
            </a:extLst>
          </p:cNvPr>
          <p:cNvSpPr>
            <a:spLocks noGrp="1"/>
          </p:cNvSpPr>
          <p:nvPr>
            <p:ph type="subTitle" sz="quarter" idx="13"/>
          </p:nvPr>
        </p:nvSpPr>
        <p:spPr>
          <a:xfrm>
            <a:off x="451199" y="451201"/>
            <a:ext cx="7150085" cy="410369"/>
          </a:xfrm>
          <a:prstGeom prst="rect">
            <a:avLst/>
          </a:prstGeom>
        </p:spPr>
        <p:txBody>
          <a:bodyPr lIns="91440" tIns="45720" rIns="91440" bIns="45720"/>
          <a:lstStyle>
            <a:lvl1pPr marL="0" indent="0" algn="l">
              <a:buNone/>
              <a:defRPr sz="1867"/>
            </a:lvl1pPr>
            <a:lvl2pPr marL="609585" indent="0" algn="ctr">
              <a:buNone/>
            </a:lvl2pPr>
            <a:lvl3pPr marL="1219170" indent="0" algn="ctr">
              <a:buNone/>
            </a:lvl3pPr>
            <a:lvl4pPr marL="1828754" indent="0" algn="ctr">
              <a:buNone/>
            </a:lvl4pPr>
            <a:lvl5pPr marL="2438339" indent="0" algn="ctr">
              <a:buNone/>
            </a:lvl5pPr>
            <a:lvl6pPr marL="3047924" indent="0" algn="ctr">
              <a:buNone/>
            </a:lvl6pPr>
            <a:lvl7pPr marL="3657509" indent="0" algn="ctr">
              <a:buNone/>
            </a:lvl7pPr>
            <a:lvl8pPr marL="4267093" indent="0" algn="ctr">
              <a:buNone/>
            </a:lvl8pPr>
            <a:lvl9pPr marL="4876678" indent="0" algn="ctr">
              <a:buNone/>
            </a:lvl9pPr>
          </a:lstStyle>
          <a:p>
            <a:r>
              <a:rPr lang="en-US"/>
              <a:t>Click to edit Master subtitle style</a:t>
            </a:r>
            <a:endParaRPr lang="nb-NO" dirty="0"/>
          </a:p>
        </p:txBody>
      </p:sp>
      <p:sp>
        <p:nvSpPr>
          <p:cNvPr id="8" name="Rectangle 7">
            <a:extLst>
              <a:ext uri="{FF2B5EF4-FFF2-40B4-BE49-F238E27FC236}">
                <a16:creationId xmlns:a16="http://schemas.microsoft.com/office/drawing/2014/main" id="{1FE2914E-36C0-2C43-C888-43588746F7A0}"/>
              </a:ext>
            </a:extLst>
          </p:cNvPr>
          <p:cNvSpPr/>
          <p:nvPr userDrawn="1"/>
        </p:nvSpPr>
        <p:spPr>
          <a:xfrm>
            <a:off x="1541001" y="1680001"/>
            <a:ext cx="2496000" cy="1825993"/>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sz="2400" dirty="0"/>
          </a:p>
        </p:txBody>
      </p:sp>
      <p:sp>
        <p:nvSpPr>
          <p:cNvPr id="9" name="Rectangle 8">
            <a:extLst>
              <a:ext uri="{FF2B5EF4-FFF2-40B4-BE49-F238E27FC236}">
                <a16:creationId xmlns:a16="http://schemas.microsoft.com/office/drawing/2014/main" id="{B7F373DD-2E94-81CF-8EB5-7D2EC67BF756}"/>
              </a:ext>
            </a:extLst>
          </p:cNvPr>
          <p:cNvSpPr/>
          <p:nvPr userDrawn="1"/>
        </p:nvSpPr>
        <p:spPr>
          <a:xfrm>
            <a:off x="5235321" y="1680001"/>
            <a:ext cx="2496000" cy="1825993"/>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sz="2400" dirty="0"/>
          </a:p>
        </p:txBody>
      </p:sp>
      <p:sp>
        <p:nvSpPr>
          <p:cNvPr id="18" name="Rectangle 17">
            <a:extLst>
              <a:ext uri="{FF2B5EF4-FFF2-40B4-BE49-F238E27FC236}">
                <a16:creationId xmlns:a16="http://schemas.microsoft.com/office/drawing/2014/main" id="{01EA3A10-D724-299F-EEA4-175DCBBC5A1F}"/>
              </a:ext>
            </a:extLst>
          </p:cNvPr>
          <p:cNvSpPr/>
          <p:nvPr userDrawn="1"/>
        </p:nvSpPr>
        <p:spPr>
          <a:xfrm>
            <a:off x="1541001" y="3986486"/>
            <a:ext cx="2496000" cy="1825993"/>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sz="2400" dirty="0"/>
          </a:p>
        </p:txBody>
      </p:sp>
      <p:sp>
        <p:nvSpPr>
          <p:cNvPr id="19" name="Rectangle 18">
            <a:extLst>
              <a:ext uri="{FF2B5EF4-FFF2-40B4-BE49-F238E27FC236}">
                <a16:creationId xmlns:a16="http://schemas.microsoft.com/office/drawing/2014/main" id="{8FB1C829-1A2E-CCA4-B71E-9A884ADA1DB1}"/>
              </a:ext>
            </a:extLst>
          </p:cNvPr>
          <p:cNvSpPr/>
          <p:nvPr userDrawn="1"/>
        </p:nvSpPr>
        <p:spPr>
          <a:xfrm>
            <a:off x="5235321" y="3986486"/>
            <a:ext cx="2496000" cy="1825993"/>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sz="2400" dirty="0"/>
          </a:p>
        </p:txBody>
      </p:sp>
      <p:sp>
        <p:nvSpPr>
          <p:cNvPr id="3" name="Plassholder for bilde 2">
            <a:extLst>
              <a:ext uri="{FF2B5EF4-FFF2-40B4-BE49-F238E27FC236}">
                <a16:creationId xmlns:a16="http://schemas.microsoft.com/office/drawing/2014/main" id="{E68A10BA-A2EC-5049-FDBC-0658FFC91FAE}"/>
              </a:ext>
            </a:extLst>
          </p:cNvPr>
          <p:cNvSpPr>
            <a:spLocks noGrp="1"/>
          </p:cNvSpPr>
          <p:nvPr>
            <p:ph type="pic" sz="quarter" idx="15"/>
          </p:nvPr>
        </p:nvSpPr>
        <p:spPr>
          <a:xfrm>
            <a:off x="562464" y="1680001"/>
            <a:ext cx="978539" cy="978539"/>
          </a:xfrm>
          <a:prstGeom prst="rect">
            <a:avLst/>
          </a:prstGeom>
          <a:solidFill>
            <a:srgbClr val="0A9754"/>
          </a:solidFill>
        </p:spPr>
        <p:txBody>
          <a:bodyPr lIns="91440" tIns="45720" rIns="91440" bIns="45720">
            <a:noAutofit/>
          </a:bodyPr>
          <a:lstStyle>
            <a:lvl1pPr>
              <a:defRPr sz="1400"/>
            </a:lvl1pPr>
          </a:lstStyle>
          <a:p>
            <a:r>
              <a:rPr lang="en-US"/>
              <a:t>Click icon to add picture</a:t>
            </a:r>
            <a:endParaRPr lang="nb-NO" dirty="0"/>
          </a:p>
        </p:txBody>
      </p:sp>
      <p:sp>
        <p:nvSpPr>
          <p:cNvPr id="15" name="Plassholder for bilde 2">
            <a:extLst>
              <a:ext uri="{FF2B5EF4-FFF2-40B4-BE49-F238E27FC236}">
                <a16:creationId xmlns:a16="http://schemas.microsoft.com/office/drawing/2014/main" id="{CFA56E3F-83C7-B717-E04B-C1B4E790601E}"/>
              </a:ext>
            </a:extLst>
          </p:cNvPr>
          <p:cNvSpPr>
            <a:spLocks noGrp="1"/>
          </p:cNvSpPr>
          <p:nvPr>
            <p:ph type="pic" sz="quarter" idx="16"/>
          </p:nvPr>
        </p:nvSpPr>
        <p:spPr>
          <a:xfrm>
            <a:off x="4256782" y="1680001"/>
            <a:ext cx="978539" cy="978539"/>
          </a:xfrm>
          <a:prstGeom prst="rect">
            <a:avLst/>
          </a:prstGeom>
          <a:solidFill>
            <a:srgbClr val="0A9754"/>
          </a:solidFill>
        </p:spPr>
        <p:txBody>
          <a:bodyPr lIns="91440" tIns="45720" rIns="91440" bIns="45720">
            <a:noAutofit/>
          </a:bodyPr>
          <a:lstStyle>
            <a:lvl1pPr>
              <a:defRPr sz="1400"/>
            </a:lvl1pPr>
          </a:lstStyle>
          <a:p>
            <a:r>
              <a:rPr lang="en-US"/>
              <a:t>Click icon to add picture</a:t>
            </a:r>
            <a:endParaRPr lang="nb-NO" dirty="0"/>
          </a:p>
        </p:txBody>
      </p:sp>
      <p:sp>
        <p:nvSpPr>
          <p:cNvPr id="29" name="Plassholder for bilde 2">
            <a:extLst>
              <a:ext uri="{FF2B5EF4-FFF2-40B4-BE49-F238E27FC236}">
                <a16:creationId xmlns:a16="http://schemas.microsoft.com/office/drawing/2014/main" id="{D2F1979C-13B6-068C-28C9-31F8DE4CF521}"/>
              </a:ext>
            </a:extLst>
          </p:cNvPr>
          <p:cNvSpPr>
            <a:spLocks noGrp="1"/>
          </p:cNvSpPr>
          <p:nvPr>
            <p:ph type="pic" sz="quarter" idx="17"/>
          </p:nvPr>
        </p:nvSpPr>
        <p:spPr>
          <a:xfrm>
            <a:off x="551763" y="3986486"/>
            <a:ext cx="978539" cy="978539"/>
          </a:xfrm>
          <a:prstGeom prst="rect">
            <a:avLst/>
          </a:prstGeom>
          <a:solidFill>
            <a:srgbClr val="0A9754"/>
          </a:solidFill>
        </p:spPr>
        <p:txBody>
          <a:bodyPr lIns="91440" tIns="45720" rIns="91440" bIns="45720">
            <a:noAutofit/>
          </a:bodyPr>
          <a:lstStyle>
            <a:lvl1pPr>
              <a:defRPr sz="1400"/>
            </a:lvl1pPr>
          </a:lstStyle>
          <a:p>
            <a:r>
              <a:rPr lang="en-US"/>
              <a:t>Click icon to add picture</a:t>
            </a:r>
            <a:endParaRPr lang="nb-NO" dirty="0"/>
          </a:p>
        </p:txBody>
      </p:sp>
      <p:sp>
        <p:nvSpPr>
          <p:cNvPr id="30" name="Plassholder for bilde 2">
            <a:extLst>
              <a:ext uri="{FF2B5EF4-FFF2-40B4-BE49-F238E27FC236}">
                <a16:creationId xmlns:a16="http://schemas.microsoft.com/office/drawing/2014/main" id="{65B6FD7B-122F-3196-7301-C241FD1A791B}"/>
              </a:ext>
            </a:extLst>
          </p:cNvPr>
          <p:cNvSpPr>
            <a:spLocks noGrp="1"/>
          </p:cNvSpPr>
          <p:nvPr>
            <p:ph type="pic" sz="quarter" idx="18"/>
          </p:nvPr>
        </p:nvSpPr>
        <p:spPr>
          <a:xfrm>
            <a:off x="4246081" y="3986486"/>
            <a:ext cx="978539" cy="978539"/>
          </a:xfrm>
          <a:prstGeom prst="rect">
            <a:avLst/>
          </a:prstGeom>
          <a:solidFill>
            <a:srgbClr val="0A9754"/>
          </a:solidFill>
        </p:spPr>
        <p:txBody>
          <a:bodyPr lIns="91440" tIns="45720" rIns="91440" bIns="45720">
            <a:noAutofit/>
          </a:bodyPr>
          <a:lstStyle>
            <a:lvl1pPr>
              <a:defRPr sz="1400"/>
            </a:lvl1pPr>
          </a:lstStyle>
          <a:p>
            <a:r>
              <a:rPr lang="en-US"/>
              <a:t>Click icon to add picture</a:t>
            </a:r>
            <a:endParaRPr lang="nb-NO" dirty="0"/>
          </a:p>
        </p:txBody>
      </p:sp>
      <p:sp>
        <p:nvSpPr>
          <p:cNvPr id="31" name="Plassholder for tekst 30">
            <a:extLst>
              <a:ext uri="{FF2B5EF4-FFF2-40B4-BE49-F238E27FC236}">
                <a16:creationId xmlns:a16="http://schemas.microsoft.com/office/drawing/2014/main" id="{FEF49CD3-23BC-54F7-7AF0-37BEB7DDEC4D}"/>
              </a:ext>
            </a:extLst>
          </p:cNvPr>
          <p:cNvSpPr>
            <a:spLocks noGrp="1"/>
          </p:cNvSpPr>
          <p:nvPr>
            <p:ph type="body" sz="quarter" idx="19" hasCustomPrompt="1"/>
          </p:nvPr>
        </p:nvSpPr>
        <p:spPr>
          <a:xfrm>
            <a:off x="1642763" y="1813271"/>
            <a:ext cx="2136757" cy="393056"/>
          </a:xfrm>
          <a:prstGeom prst="rect">
            <a:avLst/>
          </a:prstGeom>
        </p:spPr>
        <p:txBody>
          <a:bodyPr wrap="square" lIns="91440" tIns="45720" rIns="91440" bIns="45720">
            <a:spAutoFit/>
          </a:bodyPr>
          <a:lstStyle>
            <a:lvl1pPr marL="0" indent="0">
              <a:buNone/>
              <a:defRPr sz="1870" b="1">
                <a:solidFill>
                  <a:schemeClr val="tx1">
                    <a:lumMod val="75000"/>
                    <a:lumOff val="25000"/>
                  </a:schemeClr>
                </a:solidFill>
              </a:defRPr>
            </a:lvl1pPr>
            <a:lvl2pPr marL="228595" indent="0">
              <a:buNone/>
              <a:defRPr sz="1870"/>
            </a:lvl2pPr>
            <a:lvl3pPr marL="457189" indent="0">
              <a:buNone/>
              <a:defRPr sz="1870"/>
            </a:lvl3pPr>
            <a:lvl4pPr marL="685783" indent="0">
              <a:buNone/>
              <a:defRPr sz="1870"/>
            </a:lvl4pPr>
            <a:lvl5pPr marL="914377" indent="0">
              <a:buNone/>
              <a:defRPr sz="1870"/>
            </a:lvl5pPr>
          </a:lstStyle>
          <a:p>
            <a:pPr lvl="0"/>
            <a:r>
              <a:rPr lang="nb-NO"/>
              <a:t>Heading</a:t>
            </a:r>
            <a:endParaRPr lang="nb-NO" dirty="0"/>
          </a:p>
        </p:txBody>
      </p:sp>
      <p:sp>
        <p:nvSpPr>
          <p:cNvPr id="32" name="Plassholder for tekst 30">
            <a:extLst>
              <a:ext uri="{FF2B5EF4-FFF2-40B4-BE49-F238E27FC236}">
                <a16:creationId xmlns:a16="http://schemas.microsoft.com/office/drawing/2014/main" id="{6D05CAFE-5759-2836-EA48-010D5F581F98}"/>
              </a:ext>
            </a:extLst>
          </p:cNvPr>
          <p:cNvSpPr>
            <a:spLocks noGrp="1"/>
          </p:cNvSpPr>
          <p:nvPr>
            <p:ph type="body" sz="quarter" idx="20" hasCustomPrompt="1"/>
          </p:nvPr>
        </p:nvSpPr>
        <p:spPr>
          <a:xfrm>
            <a:off x="1641779" y="2128904"/>
            <a:ext cx="2136757" cy="1141018"/>
          </a:xfrm>
          <a:prstGeom prst="rect">
            <a:avLst/>
          </a:prstGeom>
        </p:spPr>
        <p:txBody>
          <a:bodyPr wrap="square" lIns="91440" tIns="45720" rIns="91440" bIns="45720">
            <a:noAutofit/>
          </a:bodyPr>
          <a:lstStyle>
            <a:lvl1pPr marL="0" indent="0">
              <a:buNone/>
              <a:defRPr sz="1470" b="0">
                <a:solidFill>
                  <a:schemeClr val="tx1">
                    <a:lumMod val="75000"/>
                    <a:lumOff val="25000"/>
                  </a:schemeClr>
                </a:solidFill>
              </a:defRPr>
            </a:lvl1pPr>
            <a:lvl2pPr marL="228595" indent="0">
              <a:buNone/>
              <a:defRPr sz="1870"/>
            </a:lvl2pPr>
            <a:lvl3pPr marL="457189" indent="0">
              <a:buNone/>
              <a:defRPr sz="1870"/>
            </a:lvl3pPr>
            <a:lvl4pPr marL="685783" indent="0">
              <a:buNone/>
              <a:defRPr sz="1870"/>
            </a:lvl4pPr>
            <a:lvl5pPr marL="914377" indent="0">
              <a:buNone/>
              <a:defRPr sz="1870"/>
            </a:lvl5pPr>
          </a:lstStyle>
          <a:p>
            <a:pPr lvl="0"/>
            <a:r>
              <a:rPr lang="nb-NO"/>
              <a:t>Text</a:t>
            </a:r>
            <a:endParaRPr lang="nb-NO" dirty="0"/>
          </a:p>
        </p:txBody>
      </p:sp>
      <p:sp>
        <p:nvSpPr>
          <p:cNvPr id="33" name="Plassholder for tekst 30">
            <a:extLst>
              <a:ext uri="{FF2B5EF4-FFF2-40B4-BE49-F238E27FC236}">
                <a16:creationId xmlns:a16="http://schemas.microsoft.com/office/drawing/2014/main" id="{40072450-7A24-41E0-ED72-BF9A8F6C4D01}"/>
              </a:ext>
            </a:extLst>
          </p:cNvPr>
          <p:cNvSpPr>
            <a:spLocks noGrp="1"/>
          </p:cNvSpPr>
          <p:nvPr>
            <p:ph type="body" sz="quarter" idx="21" hasCustomPrompt="1"/>
          </p:nvPr>
        </p:nvSpPr>
        <p:spPr>
          <a:xfrm>
            <a:off x="5324294" y="1813271"/>
            <a:ext cx="2136757" cy="393056"/>
          </a:xfrm>
          <a:prstGeom prst="rect">
            <a:avLst/>
          </a:prstGeom>
        </p:spPr>
        <p:txBody>
          <a:bodyPr wrap="square" lIns="91440" tIns="45720" rIns="91440" bIns="45720">
            <a:spAutoFit/>
          </a:bodyPr>
          <a:lstStyle>
            <a:lvl1pPr marL="0" indent="0">
              <a:buNone/>
              <a:defRPr sz="1870" b="1">
                <a:solidFill>
                  <a:schemeClr val="tx1">
                    <a:lumMod val="75000"/>
                    <a:lumOff val="25000"/>
                  </a:schemeClr>
                </a:solidFill>
              </a:defRPr>
            </a:lvl1pPr>
            <a:lvl2pPr marL="228595" indent="0">
              <a:buNone/>
              <a:defRPr sz="1870"/>
            </a:lvl2pPr>
            <a:lvl3pPr marL="457189" indent="0">
              <a:buNone/>
              <a:defRPr sz="1870"/>
            </a:lvl3pPr>
            <a:lvl4pPr marL="685783" indent="0">
              <a:buNone/>
              <a:defRPr sz="1870"/>
            </a:lvl4pPr>
            <a:lvl5pPr marL="914377" indent="0">
              <a:buNone/>
              <a:defRPr sz="1870"/>
            </a:lvl5pPr>
          </a:lstStyle>
          <a:p>
            <a:pPr lvl="0"/>
            <a:r>
              <a:rPr lang="nb-NO"/>
              <a:t>Heading</a:t>
            </a:r>
            <a:endParaRPr lang="nb-NO" dirty="0"/>
          </a:p>
        </p:txBody>
      </p:sp>
      <p:sp>
        <p:nvSpPr>
          <p:cNvPr id="34" name="Plassholder for tekst 30">
            <a:extLst>
              <a:ext uri="{FF2B5EF4-FFF2-40B4-BE49-F238E27FC236}">
                <a16:creationId xmlns:a16="http://schemas.microsoft.com/office/drawing/2014/main" id="{63B458EA-5586-6635-8D28-882FE97E6B55}"/>
              </a:ext>
            </a:extLst>
          </p:cNvPr>
          <p:cNvSpPr>
            <a:spLocks noGrp="1"/>
          </p:cNvSpPr>
          <p:nvPr>
            <p:ph type="body" sz="quarter" idx="22" hasCustomPrompt="1"/>
          </p:nvPr>
        </p:nvSpPr>
        <p:spPr>
          <a:xfrm>
            <a:off x="5323310" y="2128904"/>
            <a:ext cx="2136757" cy="1141018"/>
          </a:xfrm>
          <a:prstGeom prst="rect">
            <a:avLst/>
          </a:prstGeom>
        </p:spPr>
        <p:txBody>
          <a:bodyPr wrap="square" lIns="91440" tIns="45720" rIns="91440" bIns="45720">
            <a:noAutofit/>
          </a:bodyPr>
          <a:lstStyle>
            <a:lvl1pPr marL="0" indent="0">
              <a:buNone/>
              <a:defRPr sz="1470" b="0">
                <a:solidFill>
                  <a:schemeClr val="tx1">
                    <a:lumMod val="75000"/>
                    <a:lumOff val="25000"/>
                  </a:schemeClr>
                </a:solidFill>
              </a:defRPr>
            </a:lvl1pPr>
            <a:lvl2pPr marL="228595" indent="0">
              <a:buNone/>
              <a:defRPr sz="1870"/>
            </a:lvl2pPr>
            <a:lvl3pPr marL="457189" indent="0">
              <a:buNone/>
              <a:defRPr sz="1870"/>
            </a:lvl3pPr>
            <a:lvl4pPr marL="685783" indent="0">
              <a:buNone/>
              <a:defRPr sz="1870"/>
            </a:lvl4pPr>
            <a:lvl5pPr marL="914377" indent="0">
              <a:buNone/>
              <a:defRPr sz="1870"/>
            </a:lvl5pPr>
          </a:lstStyle>
          <a:p>
            <a:pPr lvl="0"/>
            <a:r>
              <a:rPr lang="nb-NO"/>
              <a:t>Text</a:t>
            </a:r>
            <a:endParaRPr lang="nb-NO" dirty="0"/>
          </a:p>
        </p:txBody>
      </p:sp>
      <p:sp>
        <p:nvSpPr>
          <p:cNvPr id="39" name="Plassholder for tekst 30">
            <a:extLst>
              <a:ext uri="{FF2B5EF4-FFF2-40B4-BE49-F238E27FC236}">
                <a16:creationId xmlns:a16="http://schemas.microsoft.com/office/drawing/2014/main" id="{23AF0980-C87C-A707-A8ED-986F5E86A327}"/>
              </a:ext>
            </a:extLst>
          </p:cNvPr>
          <p:cNvSpPr>
            <a:spLocks noGrp="1"/>
          </p:cNvSpPr>
          <p:nvPr>
            <p:ph type="body" sz="quarter" idx="23" hasCustomPrompt="1"/>
          </p:nvPr>
        </p:nvSpPr>
        <p:spPr>
          <a:xfrm>
            <a:off x="1642763" y="4090119"/>
            <a:ext cx="2136757" cy="393056"/>
          </a:xfrm>
          <a:prstGeom prst="rect">
            <a:avLst/>
          </a:prstGeom>
        </p:spPr>
        <p:txBody>
          <a:bodyPr wrap="square" lIns="91440" tIns="45720" rIns="91440" bIns="45720">
            <a:spAutoFit/>
          </a:bodyPr>
          <a:lstStyle>
            <a:lvl1pPr marL="0" indent="0">
              <a:buNone/>
              <a:defRPr sz="1870" b="1">
                <a:solidFill>
                  <a:schemeClr val="tx1">
                    <a:lumMod val="75000"/>
                    <a:lumOff val="25000"/>
                  </a:schemeClr>
                </a:solidFill>
              </a:defRPr>
            </a:lvl1pPr>
            <a:lvl2pPr marL="228595" indent="0">
              <a:buNone/>
              <a:defRPr sz="1870"/>
            </a:lvl2pPr>
            <a:lvl3pPr marL="457189" indent="0">
              <a:buNone/>
              <a:defRPr sz="1870"/>
            </a:lvl3pPr>
            <a:lvl4pPr marL="685783" indent="0">
              <a:buNone/>
              <a:defRPr sz="1870"/>
            </a:lvl4pPr>
            <a:lvl5pPr marL="914377" indent="0">
              <a:buNone/>
              <a:defRPr sz="1870"/>
            </a:lvl5pPr>
          </a:lstStyle>
          <a:p>
            <a:pPr lvl="0"/>
            <a:r>
              <a:rPr lang="nb-NO"/>
              <a:t>Heading</a:t>
            </a:r>
            <a:endParaRPr lang="nb-NO" dirty="0"/>
          </a:p>
        </p:txBody>
      </p:sp>
      <p:sp>
        <p:nvSpPr>
          <p:cNvPr id="40" name="Plassholder for tekst 30">
            <a:extLst>
              <a:ext uri="{FF2B5EF4-FFF2-40B4-BE49-F238E27FC236}">
                <a16:creationId xmlns:a16="http://schemas.microsoft.com/office/drawing/2014/main" id="{F07CD787-41EB-EA2D-EADF-880E826C99B5}"/>
              </a:ext>
            </a:extLst>
          </p:cNvPr>
          <p:cNvSpPr>
            <a:spLocks noGrp="1"/>
          </p:cNvSpPr>
          <p:nvPr>
            <p:ph type="body" sz="quarter" idx="24" hasCustomPrompt="1"/>
          </p:nvPr>
        </p:nvSpPr>
        <p:spPr>
          <a:xfrm>
            <a:off x="1641779" y="4405752"/>
            <a:ext cx="2136757" cy="1141018"/>
          </a:xfrm>
          <a:prstGeom prst="rect">
            <a:avLst/>
          </a:prstGeom>
        </p:spPr>
        <p:txBody>
          <a:bodyPr wrap="square" lIns="91440" tIns="45720" rIns="91440" bIns="45720">
            <a:noAutofit/>
          </a:bodyPr>
          <a:lstStyle>
            <a:lvl1pPr marL="0" indent="0">
              <a:buNone/>
              <a:defRPr sz="1470" b="0">
                <a:solidFill>
                  <a:schemeClr val="tx1">
                    <a:lumMod val="75000"/>
                    <a:lumOff val="25000"/>
                  </a:schemeClr>
                </a:solidFill>
              </a:defRPr>
            </a:lvl1pPr>
            <a:lvl2pPr marL="228595" indent="0">
              <a:buNone/>
              <a:defRPr sz="1870"/>
            </a:lvl2pPr>
            <a:lvl3pPr marL="457189" indent="0">
              <a:buNone/>
              <a:defRPr sz="1870"/>
            </a:lvl3pPr>
            <a:lvl4pPr marL="685783" indent="0">
              <a:buNone/>
              <a:defRPr sz="1870"/>
            </a:lvl4pPr>
            <a:lvl5pPr marL="914377" indent="0">
              <a:buNone/>
              <a:defRPr sz="1870"/>
            </a:lvl5pPr>
          </a:lstStyle>
          <a:p>
            <a:pPr lvl="0"/>
            <a:r>
              <a:rPr lang="nb-NO"/>
              <a:t>Text</a:t>
            </a:r>
            <a:endParaRPr lang="nb-NO" dirty="0"/>
          </a:p>
        </p:txBody>
      </p:sp>
      <p:sp>
        <p:nvSpPr>
          <p:cNvPr id="41" name="Plassholder for tekst 30">
            <a:extLst>
              <a:ext uri="{FF2B5EF4-FFF2-40B4-BE49-F238E27FC236}">
                <a16:creationId xmlns:a16="http://schemas.microsoft.com/office/drawing/2014/main" id="{A6664E46-54FE-DEF8-22F8-C777B96D445B}"/>
              </a:ext>
            </a:extLst>
          </p:cNvPr>
          <p:cNvSpPr>
            <a:spLocks noGrp="1"/>
          </p:cNvSpPr>
          <p:nvPr>
            <p:ph type="body" sz="quarter" idx="25" hasCustomPrompt="1"/>
          </p:nvPr>
        </p:nvSpPr>
        <p:spPr>
          <a:xfrm>
            <a:off x="5324294" y="4090119"/>
            <a:ext cx="2136757" cy="393056"/>
          </a:xfrm>
          <a:prstGeom prst="rect">
            <a:avLst/>
          </a:prstGeom>
        </p:spPr>
        <p:txBody>
          <a:bodyPr wrap="square" lIns="91440" tIns="45720" rIns="91440" bIns="45720">
            <a:spAutoFit/>
          </a:bodyPr>
          <a:lstStyle>
            <a:lvl1pPr marL="0" indent="0">
              <a:buNone/>
              <a:defRPr sz="1870" b="1">
                <a:solidFill>
                  <a:schemeClr val="tx1">
                    <a:lumMod val="75000"/>
                    <a:lumOff val="25000"/>
                  </a:schemeClr>
                </a:solidFill>
              </a:defRPr>
            </a:lvl1pPr>
            <a:lvl2pPr marL="228595" indent="0">
              <a:buNone/>
              <a:defRPr sz="1870"/>
            </a:lvl2pPr>
            <a:lvl3pPr marL="457189" indent="0">
              <a:buNone/>
              <a:defRPr sz="1870"/>
            </a:lvl3pPr>
            <a:lvl4pPr marL="685783" indent="0">
              <a:buNone/>
              <a:defRPr sz="1870"/>
            </a:lvl4pPr>
            <a:lvl5pPr marL="914377" indent="0">
              <a:buNone/>
              <a:defRPr sz="1870"/>
            </a:lvl5pPr>
          </a:lstStyle>
          <a:p>
            <a:pPr lvl="0"/>
            <a:r>
              <a:rPr lang="nb-NO"/>
              <a:t>Heading</a:t>
            </a:r>
            <a:endParaRPr lang="nb-NO" dirty="0"/>
          </a:p>
        </p:txBody>
      </p:sp>
      <p:sp>
        <p:nvSpPr>
          <p:cNvPr id="42" name="Plassholder for tekst 30">
            <a:extLst>
              <a:ext uri="{FF2B5EF4-FFF2-40B4-BE49-F238E27FC236}">
                <a16:creationId xmlns:a16="http://schemas.microsoft.com/office/drawing/2014/main" id="{3A1C4C22-1878-71B6-9813-667FDB7450E1}"/>
              </a:ext>
            </a:extLst>
          </p:cNvPr>
          <p:cNvSpPr>
            <a:spLocks noGrp="1"/>
          </p:cNvSpPr>
          <p:nvPr>
            <p:ph type="body" sz="quarter" idx="26" hasCustomPrompt="1"/>
          </p:nvPr>
        </p:nvSpPr>
        <p:spPr>
          <a:xfrm>
            <a:off x="5323310" y="4405752"/>
            <a:ext cx="2136757" cy="1141018"/>
          </a:xfrm>
          <a:prstGeom prst="rect">
            <a:avLst/>
          </a:prstGeom>
        </p:spPr>
        <p:txBody>
          <a:bodyPr wrap="square" lIns="91440" tIns="45720" rIns="91440" bIns="45720">
            <a:noAutofit/>
          </a:bodyPr>
          <a:lstStyle>
            <a:lvl1pPr marL="0" indent="0">
              <a:buNone/>
              <a:defRPr sz="1470" b="0">
                <a:solidFill>
                  <a:schemeClr val="tx1">
                    <a:lumMod val="75000"/>
                    <a:lumOff val="25000"/>
                  </a:schemeClr>
                </a:solidFill>
              </a:defRPr>
            </a:lvl1pPr>
            <a:lvl2pPr marL="228595" indent="0">
              <a:buNone/>
              <a:defRPr sz="1870"/>
            </a:lvl2pPr>
            <a:lvl3pPr marL="457189" indent="0">
              <a:buNone/>
              <a:defRPr sz="1870"/>
            </a:lvl3pPr>
            <a:lvl4pPr marL="685783" indent="0">
              <a:buNone/>
              <a:defRPr sz="1870"/>
            </a:lvl4pPr>
            <a:lvl5pPr marL="914377" indent="0">
              <a:buNone/>
              <a:defRPr sz="1870"/>
            </a:lvl5pPr>
          </a:lstStyle>
          <a:p>
            <a:pPr lvl="0"/>
            <a:r>
              <a:rPr lang="nb-NO"/>
              <a:t>Text</a:t>
            </a:r>
            <a:endParaRPr lang="nb-NO" dirty="0"/>
          </a:p>
        </p:txBody>
      </p:sp>
    </p:spTree>
    <p:extLst>
      <p:ext uri="{BB962C8B-B14F-4D97-AF65-F5344CB8AC3E}">
        <p14:creationId xmlns:p14="http://schemas.microsoft.com/office/powerpoint/2010/main" val="238476684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Title, text and picture #2">
    <p:spTree>
      <p:nvGrpSpPr>
        <p:cNvPr id="1" name=""/>
        <p:cNvGrpSpPr/>
        <p:nvPr/>
      </p:nvGrpSpPr>
      <p:grpSpPr>
        <a:xfrm>
          <a:off x="0" y="0"/>
          <a:ext cx="0" cy="0"/>
          <a:chOff x="0" y="0"/>
          <a:chExt cx="0" cy="0"/>
        </a:xfrm>
      </p:grpSpPr>
      <p:sp>
        <p:nvSpPr>
          <p:cNvPr id="11" name="Plassholder for bilde 14">
            <a:extLst>
              <a:ext uri="{FF2B5EF4-FFF2-40B4-BE49-F238E27FC236}">
                <a16:creationId xmlns:a16="http://schemas.microsoft.com/office/drawing/2014/main" id="{1BB857C9-757E-64BC-7B26-70EB8A04BE6E}"/>
              </a:ext>
            </a:extLst>
          </p:cNvPr>
          <p:cNvSpPr>
            <a:spLocks noGrp="1"/>
          </p:cNvSpPr>
          <p:nvPr>
            <p:ph type="pic" sz="quarter" idx="14"/>
          </p:nvPr>
        </p:nvSpPr>
        <p:spPr>
          <a:xfrm>
            <a:off x="-1" y="0"/>
            <a:ext cx="4572000" cy="6858000"/>
          </a:xfrm>
          <a:prstGeom prst="rect">
            <a:avLst/>
          </a:prstGeom>
          <a:solidFill>
            <a:srgbClr val="BFBFBF"/>
          </a:solidFill>
        </p:spPr>
        <p:txBody>
          <a:bodyPr tIns="585211"/>
          <a:lstStyle>
            <a:lvl1pPr marL="228594" indent="-228594" algn="ctr" defTabSz="914377" rtl="0" eaLnBrk="1" latinLnBrk="0" hangingPunct="1">
              <a:lnSpc>
                <a:spcPct val="110000"/>
              </a:lnSpc>
              <a:spcBef>
                <a:spcPts val="0"/>
              </a:spcBef>
              <a:buFont typeface="Arial" panose="020B0604020202020204" pitchFamily="34" charset="0"/>
              <a:buNone/>
              <a:defRPr sz="1600"/>
            </a:lvl1pPr>
          </a:lstStyle>
          <a:p>
            <a:r>
              <a:rPr lang="en-US"/>
              <a:t>Click icon to add picture</a:t>
            </a:r>
            <a:endParaRPr lang="nb-NO" dirty="0"/>
          </a:p>
        </p:txBody>
      </p:sp>
      <p:sp>
        <p:nvSpPr>
          <p:cNvPr id="2" name="Tittel 1">
            <a:extLst>
              <a:ext uri="{FF2B5EF4-FFF2-40B4-BE49-F238E27FC236}">
                <a16:creationId xmlns:a16="http://schemas.microsoft.com/office/drawing/2014/main" id="{6F553747-2654-F532-A5F7-E42586E63CA6}"/>
              </a:ext>
            </a:extLst>
          </p:cNvPr>
          <p:cNvSpPr>
            <a:spLocks noGrp="1"/>
          </p:cNvSpPr>
          <p:nvPr>
            <p:ph type="title"/>
          </p:nvPr>
        </p:nvSpPr>
        <p:spPr>
          <a:xfrm>
            <a:off x="5101788" y="783289"/>
            <a:ext cx="6188512" cy="656591"/>
          </a:xfrm>
        </p:spPr>
        <p:txBody>
          <a:bodyPr/>
          <a:lstStyle/>
          <a:p>
            <a:r>
              <a:rPr lang="en-US"/>
              <a:t>Click to edit Master title style</a:t>
            </a:r>
            <a:endParaRPr lang="nb-NO" dirty="0"/>
          </a:p>
        </p:txBody>
      </p:sp>
      <p:sp>
        <p:nvSpPr>
          <p:cNvPr id="3" name="Plassholder for innhold 2">
            <a:extLst>
              <a:ext uri="{FF2B5EF4-FFF2-40B4-BE49-F238E27FC236}">
                <a16:creationId xmlns:a16="http://schemas.microsoft.com/office/drawing/2014/main" id="{9B2259BB-EC9F-6D37-059B-ED1C391C92A0}"/>
              </a:ext>
            </a:extLst>
          </p:cNvPr>
          <p:cNvSpPr>
            <a:spLocks noGrp="1"/>
          </p:cNvSpPr>
          <p:nvPr>
            <p:ph idx="1"/>
          </p:nvPr>
        </p:nvSpPr>
        <p:spPr>
          <a:xfrm>
            <a:off x="5101788" y="1680002"/>
            <a:ext cx="6188512" cy="390140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dirty="0"/>
          </a:p>
        </p:txBody>
      </p:sp>
      <p:sp>
        <p:nvSpPr>
          <p:cNvPr id="4" name="Plassholder for dato 3">
            <a:extLst>
              <a:ext uri="{FF2B5EF4-FFF2-40B4-BE49-F238E27FC236}">
                <a16:creationId xmlns:a16="http://schemas.microsoft.com/office/drawing/2014/main" id="{6415BFFD-4019-4E4D-29DD-0B9F958E993C}"/>
              </a:ext>
            </a:extLst>
          </p:cNvPr>
          <p:cNvSpPr>
            <a:spLocks noGrp="1"/>
          </p:cNvSpPr>
          <p:nvPr>
            <p:ph type="dt" sz="half" idx="10"/>
          </p:nvPr>
        </p:nvSpPr>
        <p:spPr>
          <a:xfrm>
            <a:off x="0" y="-257361"/>
            <a:ext cx="0" cy="205184"/>
          </a:xfrm>
          <a:prstGeom prst="rect">
            <a:avLst/>
          </a:prstGeom>
        </p:spPr>
        <p:txBody>
          <a:bodyPr/>
          <a:lstStyle/>
          <a:p>
            <a:fld id="{0CFF321A-25EE-45DB-97BB-8AC4499437FF}" type="datetime1">
              <a:rPr lang="nb-NO" smtClean="0"/>
              <a:t>06.01.2025</a:t>
            </a:fld>
            <a:endParaRPr lang="nb-NO" dirty="0"/>
          </a:p>
        </p:txBody>
      </p:sp>
      <p:sp>
        <p:nvSpPr>
          <p:cNvPr id="10" name="Undertittel 8">
            <a:extLst>
              <a:ext uri="{FF2B5EF4-FFF2-40B4-BE49-F238E27FC236}">
                <a16:creationId xmlns:a16="http://schemas.microsoft.com/office/drawing/2014/main" id="{5701DB25-AA45-E795-20F5-DD730B0E8C89}"/>
              </a:ext>
            </a:extLst>
          </p:cNvPr>
          <p:cNvSpPr>
            <a:spLocks noGrp="1"/>
          </p:cNvSpPr>
          <p:nvPr>
            <p:ph type="subTitle" sz="quarter" idx="13"/>
          </p:nvPr>
        </p:nvSpPr>
        <p:spPr>
          <a:xfrm>
            <a:off x="5101788" y="451201"/>
            <a:ext cx="6188512" cy="410369"/>
          </a:xfrm>
          <a:prstGeom prst="rect">
            <a:avLst/>
          </a:prstGeom>
        </p:spPr>
        <p:txBody>
          <a:bodyPr lIns="91440" tIns="45720" rIns="91440" bIns="45720"/>
          <a:lstStyle>
            <a:lvl1pPr marL="0" indent="0" algn="l">
              <a:buNone/>
              <a:defRPr sz="1867"/>
            </a:lvl1pPr>
            <a:lvl2pPr marL="609585" indent="0" algn="ctr">
              <a:buNone/>
            </a:lvl2pPr>
            <a:lvl3pPr marL="1219170" indent="0" algn="ctr">
              <a:buNone/>
            </a:lvl3pPr>
            <a:lvl4pPr marL="1828754" indent="0" algn="ctr">
              <a:buNone/>
            </a:lvl4pPr>
            <a:lvl5pPr marL="2438339" indent="0" algn="ctr">
              <a:buNone/>
            </a:lvl5pPr>
            <a:lvl6pPr marL="3047924" indent="0" algn="ctr">
              <a:buNone/>
            </a:lvl6pPr>
            <a:lvl7pPr marL="3657509" indent="0" algn="ctr">
              <a:buNone/>
            </a:lvl7pPr>
            <a:lvl8pPr marL="4267093" indent="0" algn="ctr">
              <a:buNone/>
            </a:lvl8pPr>
            <a:lvl9pPr marL="4876678" indent="0" algn="ctr">
              <a:buNone/>
            </a:lvl9pPr>
          </a:lstStyle>
          <a:p>
            <a:r>
              <a:rPr lang="en-US"/>
              <a:t>Click to edit Master subtitle style</a:t>
            </a:r>
            <a:endParaRPr lang="nb-NO" dirty="0"/>
          </a:p>
        </p:txBody>
      </p:sp>
      <p:sp>
        <p:nvSpPr>
          <p:cNvPr id="8" name="Plassholder for lysbildenummer 5">
            <a:extLst>
              <a:ext uri="{FF2B5EF4-FFF2-40B4-BE49-F238E27FC236}">
                <a16:creationId xmlns:a16="http://schemas.microsoft.com/office/drawing/2014/main" id="{7A65BF6B-D923-D6EC-39E6-7BB58E40CE30}"/>
              </a:ext>
            </a:extLst>
          </p:cNvPr>
          <p:cNvSpPr>
            <a:spLocks noGrp="1"/>
          </p:cNvSpPr>
          <p:nvPr>
            <p:ph type="sldNum" sz="quarter" idx="12"/>
          </p:nvPr>
        </p:nvSpPr>
        <p:spPr>
          <a:xfrm>
            <a:off x="11007071" y="6201767"/>
            <a:ext cx="574284" cy="144000"/>
          </a:xfrm>
        </p:spPr>
        <p:txBody>
          <a:bodyPr/>
          <a:lstStyle>
            <a:lvl1pPr>
              <a:defRPr>
                <a:solidFill>
                  <a:schemeClr val="lt1"/>
                </a:solidFill>
              </a:defRPr>
            </a:lvl1pPr>
          </a:lstStyle>
          <a:p>
            <a:fld id="{75567799-16DF-41EB-91D4-5F77DECB4B9E}" type="slidenum">
              <a:rPr lang="nb-NO" smtClean="0"/>
              <a:pPr/>
              <a:t>‹#›</a:t>
            </a:fld>
            <a:endParaRPr lang="nb-NO" dirty="0"/>
          </a:p>
        </p:txBody>
      </p:sp>
      <p:sp>
        <p:nvSpPr>
          <p:cNvPr id="9" name="Plassholder for bunntekst 4">
            <a:extLst>
              <a:ext uri="{FF2B5EF4-FFF2-40B4-BE49-F238E27FC236}">
                <a16:creationId xmlns:a16="http://schemas.microsoft.com/office/drawing/2014/main" id="{318FEB57-BAC1-DD5A-A019-498B336C8174}"/>
              </a:ext>
            </a:extLst>
          </p:cNvPr>
          <p:cNvSpPr txBox="1">
            <a:spLocks/>
          </p:cNvSpPr>
          <p:nvPr userDrawn="1"/>
        </p:nvSpPr>
        <p:spPr>
          <a:xfrm>
            <a:off x="2146100" y="6150583"/>
            <a:ext cx="2269381" cy="246221"/>
          </a:xfrm>
          <a:prstGeom prst="rect">
            <a:avLst/>
          </a:prstGeom>
        </p:spPr>
        <p:txBody>
          <a:bodyPr vert="horz" lIns="121920" tIns="60960" rIns="121920" bIns="60960" rtlCol="0" anchor="ctr"/>
          <a:lstStyle>
            <a:defPPr>
              <a:defRPr lang="nb-NO"/>
            </a:defPPr>
            <a:lvl1pPr marL="0" algn="l" defTabSz="685800" rtl="0" eaLnBrk="1" latinLnBrk="0" hangingPunct="1">
              <a:defRPr sz="600" kern="1200">
                <a:solidFill>
                  <a:srgbClr val="999999"/>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800">
                <a:solidFill>
                  <a:schemeClr val="bg2"/>
                </a:solidFill>
              </a:rPr>
              <a:t>See Statement of Proprietary information</a:t>
            </a:r>
            <a:endParaRPr lang="nb-NO" sz="800" dirty="0">
              <a:solidFill>
                <a:schemeClr val="bg2"/>
              </a:solidFill>
            </a:endParaRPr>
          </a:p>
        </p:txBody>
      </p:sp>
      <p:sp>
        <p:nvSpPr>
          <p:cNvPr id="12" name="Plassholder for lysbildenummer 5">
            <a:extLst>
              <a:ext uri="{FF2B5EF4-FFF2-40B4-BE49-F238E27FC236}">
                <a16:creationId xmlns:a16="http://schemas.microsoft.com/office/drawing/2014/main" id="{5A7038C1-BD19-1239-DA8F-26B24C07FE50}"/>
              </a:ext>
            </a:extLst>
          </p:cNvPr>
          <p:cNvSpPr txBox="1">
            <a:spLocks/>
          </p:cNvSpPr>
          <p:nvPr userDrawn="1"/>
        </p:nvSpPr>
        <p:spPr>
          <a:xfrm>
            <a:off x="11192400" y="6201767"/>
            <a:ext cx="574284" cy="144000"/>
          </a:xfrm>
          <a:prstGeom prst="rect">
            <a:avLst/>
          </a:prstGeom>
        </p:spPr>
        <p:txBody>
          <a:bodyPr vert="horz" lIns="0" tIns="0" rIns="0" bIns="0" rtlCol="0" anchor="ctr"/>
          <a:lstStyle>
            <a:defPPr>
              <a:defRPr lang="nb-NO"/>
            </a:defPPr>
            <a:lvl1pPr marL="0" algn="r" defTabSz="685800" rtl="0" eaLnBrk="1" latinLnBrk="0" hangingPunct="1">
              <a:defRPr sz="900" kern="1200">
                <a:solidFill>
                  <a:schemeClr val="dk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fld id="{75567799-16DF-41EB-91D4-5F77DECB4B9E}" type="slidenum">
              <a:rPr lang="nb-NO" sz="1200" smtClean="0">
                <a:solidFill>
                  <a:schemeClr val="tx1"/>
                </a:solidFill>
              </a:rPr>
              <a:pPr/>
              <a:t>‹#›</a:t>
            </a:fld>
            <a:endParaRPr lang="nb-NO" sz="1200" dirty="0">
              <a:solidFill>
                <a:schemeClr val="tx1"/>
              </a:solidFill>
            </a:endParaRPr>
          </a:p>
        </p:txBody>
      </p:sp>
      <p:pic>
        <p:nvPicPr>
          <p:cNvPr id="13" name="Picture 15">
            <a:extLst>
              <a:ext uri="{FF2B5EF4-FFF2-40B4-BE49-F238E27FC236}">
                <a16:creationId xmlns:a16="http://schemas.microsoft.com/office/drawing/2014/main" id="{91145B7C-E4B2-4491-74D8-45D53AE78983}"/>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452032" y="6173387"/>
            <a:ext cx="1073373" cy="202199"/>
          </a:xfrm>
          <a:prstGeom prst="rect">
            <a:avLst/>
          </a:prstGeom>
        </p:spPr>
      </p:pic>
    </p:spTree>
    <p:extLst>
      <p:ext uri="{BB962C8B-B14F-4D97-AF65-F5344CB8AC3E}">
        <p14:creationId xmlns:p14="http://schemas.microsoft.com/office/powerpoint/2010/main" val="114212794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 subtitle, 5 images with text">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C2CAA88D-66DB-0E1B-1A8B-D51EDBE100A9}"/>
              </a:ext>
            </a:extLst>
          </p:cNvPr>
          <p:cNvSpPr>
            <a:spLocks noGrp="1"/>
          </p:cNvSpPr>
          <p:nvPr>
            <p:ph type="title"/>
          </p:nvPr>
        </p:nvSpPr>
        <p:spPr>
          <a:xfrm>
            <a:off x="450694" y="783289"/>
            <a:ext cx="11314586" cy="656591"/>
          </a:xfrm>
        </p:spPr>
        <p:txBody>
          <a:bodyPr/>
          <a:lstStyle/>
          <a:p>
            <a:r>
              <a:rPr lang="en-US"/>
              <a:t>Click to edit Master title style</a:t>
            </a:r>
            <a:endParaRPr lang="nb-NO" dirty="0"/>
          </a:p>
        </p:txBody>
      </p:sp>
      <p:sp>
        <p:nvSpPr>
          <p:cNvPr id="3" name="Plassholder for dato 2">
            <a:extLst>
              <a:ext uri="{FF2B5EF4-FFF2-40B4-BE49-F238E27FC236}">
                <a16:creationId xmlns:a16="http://schemas.microsoft.com/office/drawing/2014/main" id="{3B8629A8-CB04-0400-A93A-F5548ED97ABF}"/>
              </a:ext>
            </a:extLst>
          </p:cNvPr>
          <p:cNvSpPr>
            <a:spLocks noGrp="1"/>
          </p:cNvSpPr>
          <p:nvPr>
            <p:ph type="dt" sz="half" idx="10"/>
          </p:nvPr>
        </p:nvSpPr>
        <p:spPr>
          <a:xfrm>
            <a:off x="0" y="-257361"/>
            <a:ext cx="0" cy="205184"/>
          </a:xfrm>
          <a:prstGeom prst="rect">
            <a:avLst/>
          </a:prstGeom>
        </p:spPr>
        <p:txBody>
          <a:bodyPr/>
          <a:lstStyle/>
          <a:p>
            <a:fld id="{8049B0F7-39AE-40BC-8497-581B83AC5F34}" type="datetime1">
              <a:rPr lang="nb-NO" smtClean="0"/>
              <a:pPr/>
              <a:t>06.01.2025</a:t>
            </a:fld>
            <a:endParaRPr lang="nb-NO" dirty="0"/>
          </a:p>
        </p:txBody>
      </p:sp>
      <p:sp>
        <p:nvSpPr>
          <p:cNvPr id="4" name="Plassholder for bunntekst 3">
            <a:extLst>
              <a:ext uri="{FF2B5EF4-FFF2-40B4-BE49-F238E27FC236}">
                <a16:creationId xmlns:a16="http://schemas.microsoft.com/office/drawing/2014/main" id="{3A1D5011-1190-CA7E-4ED4-231055331965}"/>
              </a:ext>
            </a:extLst>
          </p:cNvPr>
          <p:cNvSpPr>
            <a:spLocks noGrp="1"/>
          </p:cNvSpPr>
          <p:nvPr>
            <p:ph type="ftr" sz="quarter" idx="11"/>
          </p:nvPr>
        </p:nvSpPr>
        <p:spPr>
          <a:xfrm>
            <a:off x="2146100" y="6150583"/>
            <a:ext cx="2269381" cy="246221"/>
          </a:xfrm>
          <a:prstGeom prst="rect">
            <a:avLst/>
          </a:prstGeom>
        </p:spPr>
        <p:txBody>
          <a:bodyPr/>
          <a:lstStyle/>
          <a:p>
            <a:r>
              <a:rPr lang="en-US" dirty="0"/>
              <a:t>See Statement of Proprietary information</a:t>
            </a:r>
            <a:endParaRPr lang="nb-NO" dirty="0"/>
          </a:p>
        </p:txBody>
      </p:sp>
      <p:sp>
        <p:nvSpPr>
          <p:cNvPr id="5" name="Plassholder for lysbildenummer 4">
            <a:extLst>
              <a:ext uri="{FF2B5EF4-FFF2-40B4-BE49-F238E27FC236}">
                <a16:creationId xmlns:a16="http://schemas.microsoft.com/office/drawing/2014/main" id="{D4EDD2DD-5B54-3B10-A9F6-04C0E36A5671}"/>
              </a:ext>
            </a:extLst>
          </p:cNvPr>
          <p:cNvSpPr>
            <a:spLocks noGrp="1"/>
          </p:cNvSpPr>
          <p:nvPr>
            <p:ph type="sldNum" sz="quarter" idx="12"/>
          </p:nvPr>
        </p:nvSpPr>
        <p:spPr>
          <a:xfrm>
            <a:off x="11190996" y="6201767"/>
            <a:ext cx="574284" cy="144000"/>
          </a:xfrm>
        </p:spPr>
        <p:txBody>
          <a:bodyPr/>
          <a:lstStyle/>
          <a:p>
            <a:fld id="{75567799-16DF-41EB-91D4-5F77DECB4B9E}" type="slidenum">
              <a:rPr lang="nb-NO" smtClean="0"/>
              <a:pPr/>
              <a:t>‹#›</a:t>
            </a:fld>
            <a:endParaRPr lang="nb-NO" dirty="0"/>
          </a:p>
        </p:txBody>
      </p:sp>
      <p:sp>
        <p:nvSpPr>
          <p:cNvPr id="16" name="Plassholder for tekst 2">
            <a:extLst>
              <a:ext uri="{FF2B5EF4-FFF2-40B4-BE49-F238E27FC236}">
                <a16:creationId xmlns:a16="http://schemas.microsoft.com/office/drawing/2014/main" id="{2A43C5E7-5C4E-614A-36F4-946E056A4638}"/>
              </a:ext>
            </a:extLst>
          </p:cNvPr>
          <p:cNvSpPr>
            <a:spLocks noGrp="1"/>
          </p:cNvSpPr>
          <p:nvPr>
            <p:ph type="body" idx="1"/>
          </p:nvPr>
        </p:nvSpPr>
        <p:spPr>
          <a:xfrm>
            <a:off x="450694" y="4617598"/>
            <a:ext cx="1879787" cy="1110988"/>
          </a:xfrm>
        </p:spPr>
        <p:txBody>
          <a:bodyPr lIns="0" tIns="0" rIns="0" bIns="0">
            <a:normAutofit/>
          </a:bodyPr>
          <a:lstStyle>
            <a:lvl1pPr marL="0" indent="0">
              <a:buNone/>
              <a:defRPr sz="1333">
                <a:solidFill>
                  <a:schemeClr val="dk1"/>
                </a:solidFill>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a:t>Click to edit Master text styles</a:t>
            </a:r>
          </a:p>
        </p:txBody>
      </p:sp>
      <p:sp>
        <p:nvSpPr>
          <p:cNvPr id="19" name="Plassholder for tekst 2">
            <a:extLst>
              <a:ext uri="{FF2B5EF4-FFF2-40B4-BE49-F238E27FC236}">
                <a16:creationId xmlns:a16="http://schemas.microsoft.com/office/drawing/2014/main" id="{EDDAF262-3F85-4268-1D0E-B99E85D6D4CA}"/>
              </a:ext>
            </a:extLst>
          </p:cNvPr>
          <p:cNvSpPr>
            <a:spLocks noGrp="1"/>
          </p:cNvSpPr>
          <p:nvPr>
            <p:ph type="body" idx="16" hasCustomPrompt="1"/>
          </p:nvPr>
        </p:nvSpPr>
        <p:spPr>
          <a:xfrm>
            <a:off x="366873" y="1716642"/>
            <a:ext cx="1865787" cy="423279"/>
          </a:xfrm>
        </p:spPr>
        <p:txBody>
          <a:bodyPr>
            <a:normAutofit/>
          </a:bodyPr>
          <a:lstStyle>
            <a:lvl1pPr marL="0" indent="0">
              <a:buNone/>
              <a:defRPr sz="1867" b="1">
                <a:solidFill>
                  <a:schemeClr val="tx1">
                    <a:lumMod val="75000"/>
                    <a:lumOff val="25000"/>
                  </a:schemeClr>
                </a:solidFill>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nb-NO"/>
              <a:t>Image title</a:t>
            </a:r>
            <a:endParaRPr lang="nb-NO" dirty="0"/>
          </a:p>
        </p:txBody>
      </p:sp>
      <p:sp>
        <p:nvSpPr>
          <p:cNvPr id="21" name="Plassholder for tekst 2">
            <a:extLst>
              <a:ext uri="{FF2B5EF4-FFF2-40B4-BE49-F238E27FC236}">
                <a16:creationId xmlns:a16="http://schemas.microsoft.com/office/drawing/2014/main" id="{5EBF3FA9-8029-8122-6E0A-20129DC9EE53}"/>
              </a:ext>
            </a:extLst>
          </p:cNvPr>
          <p:cNvSpPr>
            <a:spLocks noGrp="1"/>
          </p:cNvSpPr>
          <p:nvPr>
            <p:ph type="body" idx="18"/>
          </p:nvPr>
        </p:nvSpPr>
        <p:spPr>
          <a:xfrm>
            <a:off x="2808835" y="4617598"/>
            <a:ext cx="1879787" cy="1110988"/>
          </a:xfrm>
        </p:spPr>
        <p:txBody>
          <a:bodyPr lIns="0" tIns="0" rIns="0" bIns="0">
            <a:normAutofit/>
          </a:bodyPr>
          <a:lstStyle>
            <a:lvl1pPr marL="0" indent="0">
              <a:buNone/>
              <a:defRPr sz="1333">
                <a:solidFill>
                  <a:schemeClr val="dk1"/>
                </a:solidFill>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a:t>Click to edit Master text styles</a:t>
            </a:r>
          </a:p>
        </p:txBody>
      </p:sp>
      <p:sp>
        <p:nvSpPr>
          <p:cNvPr id="22" name="Plassholder for tekst 2">
            <a:extLst>
              <a:ext uri="{FF2B5EF4-FFF2-40B4-BE49-F238E27FC236}">
                <a16:creationId xmlns:a16="http://schemas.microsoft.com/office/drawing/2014/main" id="{79A75B7E-136D-033F-77EA-DA6381CB8A05}"/>
              </a:ext>
            </a:extLst>
          </p:cNvPr>
          <p:cNvSpPr>
            <a:spLocks noGrp="1"/>
          </p:cNvSpPr>
          <p:nvPr>
            <p:ph type="body" idx="19" hasCustomPrompt="1"/>
          </p:nvPr>
        </p:nvSpPr>
        <p:spPr>
          <a:xfrm>
            <a:off x="2698291" y="1716642"/>
            <a:ext cx="1865787" cy="423279"/>
          </a:xfrm>
        </p:spPr>
        <p:txBody>
          <a:bodyPr>
            <a:normAutofit/>
          </a:bodyPr>
          <a:lstStyle>
            <a:lvl1pPr marL="0" indent="0">
              <a:buNone/>
              <a:defRPr sz="1867" b="1">
                <a:solidFill>
                  <a:schemeClr val="tx1">
                    <a:lumMod val="75000"/>
                    <a:lumOff val="25000"/>
                  </a:schemeClr>
                </a:solidFill>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nb-NO"/>
              <a:t>Image title</a:t>
            </a:r>
            <a:endParaRPr lang="nb-NO" dirty="0"/>
          </a:p>
        </p:txBody>
      </p:sp>
      <p:sp>
        <p:nvSpPr>
          <p:cNvPr id="24" name="Plassholder for tekst 2">
            <a:extLst>
              <a:ext uri="{FF2B5EF4-FFF2-40B4-BE49-F238E27FC236}">
                <a16:creationId xmlns:a16="http://schemas.microsoft.com/office/drawing/2014/main" id="{C0EB96A4-ED61-432A-B258-D26E96A49AB4}"/>
              </a:ext>
            </a:extLst>
          </p:cNvPr>
          <p:cNvSpPr>
            <a:spLocks noGrp="1"/>
          </p:cNvSpPr>
          <p:nvPr>
            <p:ph type="body" idx="21"/>
          </p:nvPr>
        </p:nvSpPr>
        <p:spPr>
          <a:xfrm>
            <a:off x="5147873" y="4617598"/>
            <a:ext cx="1879787" cy="1110988"/>
          </a:xfrm>
        </p:spPr>
        <p:txBody>
          <a:bodyPr lIns="0" tIns="0" rIns="0" bIns="0">
            <a:normAutofit/>
          </a:bodyPr>
          <a:lstStyle>
            <a:lvl1pPr marL="0" indent="0">
              <a:buNone/>
              <a:defRPr sz="1333">
                <a:solidFill>
                  <a:schemeClr val="dk1"/>
                </a:solidFill>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a:t>Click to edit Master text styles</a:t>
            </a:r>
          </a:p>
        </p:txBody>
      </p:sp>
      <p:sp>
        <p:nvSpPr>
          <p:cNvPr id="25" name="Plassholder for tekst 2">
            <a:extLst>
              <a:ext uri="{FF2B5EF4-FFF2-40B4-BE49-F238E27FC236}">
                <a16:creationId xmlns:a16="http://schemas.microsoft.com/office/drawing/2014/main" id="{38407753-B0CB-BB8A-D9FD-A8BFCBA6412A}"/>
              </a:ext>
            </a:extLst>
          </p:cNvPr>
          <p:cNvSpPr>
            <a:spLocks noGrp="1"/>
          </p:cNvSpPr>
          <p:nvPr>
            <p:ph type="body" idx="22" hasCustomPrompt="1"/>
          </p:nvPr>
        </p:nvSpPr>
        <p:spPr>
          <a:xfrm>
            <a:off x="5037328" y="1716642"/>
            <a:ext cx="1865787" cy="423279"/>
          </a:xfrm>
        </p:spPr>
        <p:txBody>
          <a:bodyPr>
            <a:normAutofit/>
          </a:bodyPr>
          <a:lstStyle>
            <a:lvl1pPr marL="0" indent="0">
              <a:buNone/>
              <a:defRPr sz="1867" b="1">
                <a:solidFill>
                  <a:schemeClr val="tx1">
                    <a:lumMod val="75000"/>
                    <a:lumOff val="25000"/>
                  </a:schemeClr>
                </a:solidFill>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nb-NO"/>
              <a:t>Image title</a:t>
            </a:r>
            <a:endParaRPr lang="nb-NO" dirty="0"/>
          </a:p>
        </p:txBody>
      </p:sp>
      <p:sp>
        <p:nvSpPr>
          <p:cNvPr id="27" name="Plassholder for tekst 2">
            <a:extLst>
              <a:ext uri="{FF2B5EF4-FFF2-40B4-BE49-F238E27FC236}">
                <a16:creationId xmlns:a16="http://schemas.microsoft.com/office/drawing/2014/main" id="{C226A549-055F-BB63-FF4E-9BC09F48CB2B}"/>
              </a:ext>
            </a:extLst>
          </p:cNvPr>
          <p:cNvSpPr>
            <a:spLocks noGrp="1"/>
          </p:cNvSpPr>
          <p:nvPr>
            <p:ph type="body" idx="24"/>
          </p:nvPr>
        </p:nvSpPr>
        <p:spPr>
          <a:xfrm>
            <a:off x="7494530" y="4617598"/>
            <a:ext cx="1879787" cy="1110988"/>
          </a:xfrm>
        </p:spPr>
        <p:txBody>
          <a:bodyPr lIns="0" tIns="0" rIns="0" bIns="0">
            <a:normAutofit/>
          </a:bodyPr>
          <a:lstStyle>
            <a:lvl1pPr marL="0" indent="0">
              <a:buNone/>
              <a:defRPr sz="1333">
                <a:solidFill>
                  <a:schemeClr val="dk1"/>
                </a:solidFill>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a:t>Click to edit Master text styles</a:t>
            </a:r>
          </a:p>
        </p:txBody>
      </p:sp>
      <p:sp>
        <p:nvSpPr>
          <p:cNvPr id="28" name="Plassholder for tekst 2">
            <a:extLst>
              <a:ext uri="{FF2B5EF4-FFF2-40B4-BE49-F238E27FC236}">
                <a16:creationId xmlns:a16="http://schemas.microsoft.com/office/drawing/2014/main" id="{9356A29E-AA73-4AF6-5B13-11C51DFA14EC}"/>
              </a:ext>
            </a:extLst>
          </p:cNvPr>
          <p:cNvSpPr>
            <a:spLocks noGrp="1"/>
          </p:cNvSpPr>
          <p:nvPr>
            <p:ph type="body" idx="25" hasCustomPrompt="1"/>
          </p:nvPr>
        </p:nvSpPr>
        <p:spPr>
          <a:xfrm>
            <a:off x="7383985" y="1716642"/>
            <a:ext cx="1865787" cy="423279"/>
          </a:xfrm>
        </p:spPr>
        <p:txBody>
          <a:bodyPr>
            <a:normAutofit/>
          </a:bodyPr>
          <a:lstStyle>
            <a:lvl1pPr marL="0" indent="0">
              <a:buNone/>
              <a:defRPr sz="1867" b="1">
                <a:solidFill>
                  <a:schemeClr val="tx1">
                    <a:lumMod val="75000"/>
                    <a:lumOff val="25000"/>
                  </a:schemeClr>
                </a:solidFill>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nb-NO"/>
              <a:t>Image title</a:t>
            </a:r>
            <a:endParaRPr lang="nb-NO" dirty="0"/>
          </a:p>
        </p:txBody>
      </p:sp>
      <p:sp>
        <p:nvSpPr>
          <p:cNvPr id="30" name="Plassholder for tekst 2">
            <a:extLst>
              <a:ext uri="{FF2B5EF4-FFF2-40B4-BE49-F238E27FC236}">
                <a16:creationId xmlns:a16="http://schemas.microsoft.com/office/drawing/2014/main" id="{2ED67340-7608-B32A-0861-E9C2CD95BB6D}"/>
              </a:ext>
            </a:extLst>
          </p:cNvPr>
          <p:cNvSpPr>
            <a:spLocks noGrp="1"/>
          </p:cNvSpPr>
          <p:nvPr>
            <p:ph type="body" idx="27"/>
          </p:nvPr>
        </p:nvSpPr>
        <p:spPr>
          <a:xfrm>
            <a:off x="9885493" y="4617598"/>
            <a:ext cx="1879787" cy="1110988"/>
          </a:xfrm>
        </p:spPr>
        <p:txBody>
          <a:bodyPr lIns="0" tIns="0" rIns="0" bIns="0">
            <a:normAutofit/>
          </a:bodyPr>
          <a:lstStyle>
            <a:lvl1pPr marL="0" indent="0">
              <a:buNone/>
              <a:defRPr sz="1333">
                <a:solidFill>
                  <a:schemeClr val="dk1"/>
                </a:solidFill>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a:t>Click to edit Master text styles</a:t>
            </a:r>
          </a:p>
        </p:txBody>
      </p:sp>
      <p:sp>
        <p:nvSpPr>
          <p:cNvPr id="31" name="Plassholder for tekst 2">
            <a:extLst>
              <a:ext uri="{FF2B5EF4-FFF2-40B4-BE49-F238E27FC236}">
                <a16:creationId xmlns:a16="http://schemas.microsoft.com/office/drawing/2014/main" id="{05A19AC5-98EE-E113-0F0C-4B24680C3505}"/>
              </a:ext>
            </a:extLst>
          </p:cNvPr>
          <p:cNvSpPr>
            <a:spLocks noGrp="1"/>
          </p:cNvSpPr>
          <p:nvPr>
            <p:ph type="body" idx="28" hasCustomPrompt="1"/>
          </p:nvPr>
        </p:nvSpPr>
        <p:spPr>
          <a:xfrm>
            <a:off x="9761123" y="1716642"/>
            <a:ext cx="1865787" cy="423279"/>
          </a:xfrm>
        </p:spPr>
        <p:txBody>
          <a:bodyPr>
            <a:normAutofit/>
          </a:bodyPr>
          <a:lstStyle>
            <a:lvl1pPr marL="0" indent="0">
              <a:buNone/>
              <a:defRPr sz="1867" b="1">
                <a:solidFill>
                  <a:schemeClr val="tx1">
                    <a:lumMod val="75000"/>
                    <a:lumOff val="25000"/>
                  </a:schemeClr>
                </a:solidFill>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nb-NO"/>
              <a:t>Image title</a:t>
            </a:r>
            <a:endParaRPr lang="nb-NO" dirty="0"/>
          </a:p>
        </p:txBody>
      </p:sp>
      <p:sp>
        <p:nvSpPr>
          <p:cNvPr id="32" name="Plassholder for bilde 14">
            <a:extLst>
              <a:ext uri="{FF2B5EF4-FFF2-40B4-BE49-F238E27FC236}">
                <a16:creationId xmlns:a16="http://schemas.microsoft.com/office/drawing/2014/main" id="{E5528E72-9C49-7313-4EB3-6130846F3FFF}"/>
              </a:ext>
            </a:extLst>
          </p:cNvPr>
          <p:cNvSpPr>
            <a:spLocks noGrp="1"/>
          </p:cNvSpPr>
          <p:nvPr>
            <p:ph type="pic" sz="quarter" idx="14"/>
          </p:nvPr>
        </p:nvSpPr>
        <p:spPr>
          <a:xfrm>
            <a:off x="450694" y="2169692"/>
            <a:ext cx="1899983" cy="2313581"/>
          </a:xfrm>
          <a:prstGeom prst="rect">
            <a:avLst/>
          </a:prstGeom>
          <a:solidFill>
            <a:srgbClr val="BFBFBF"/>
          </a:solidFill>
        </p:spPr>
        <p:txBody>
          <a:bodyPr tIns="585211"/>
          <a:lstStyle>
            <a:lvl1pPr marL="228594" indent="-228594" algn="ctr" defTabSz="914377" rtl="0" eaLnBrk="1" latinLnBrk="0" hangingPunct="1">
              <a:lnSpc>
                <a:spcPct val="110000"/>
              </a:lnSpc>
              <a:spcBef>
                <a:spcPts val="0"/>
              </a:spcBef>
              <a:buFont typeface="Arial" panose="020B0604020202020204" pitchFamily="34" charset="0"/>
              <a:buNone/>
              <a:defRPr sz="1600"/>
            </a:lvl1pPr>
          </a:lstStyle>
          <a:p>
            <a:r>
              <a:rPr lang="en-US"/>
              <a:t>Click icon to add picture</a:t>
            </a:r>
            <a:endParaRPr lang="nb-NO" dirty="0"/>
          </a:p>
        </p:txBody>
      </p:sp>
      <p:sp>
        <p:nvSpPr>
          <p:cNvPr id="33" name="Plassholder for bilde 14">
            <a:extLst>
              <a:ext uri="{FF2B5EF4-FFF2-40B4-BE49-F238E27FC236}">
                <a16:creationId xmlns:a16="http://schemas.microsoft.com/office/drawing/2014/main" id="{06198ED0-31E2-4E82-2363-A867F9586DF3}"/>
              </a:ext>
            </a:extLst>
          </p:cNvPr>
          <p:cNvSpPr>
            <a:spLocks noGrp="1"/>
          </p:cNvSpPr>
          <p:nvPr>
            <p:ph type="pic" sz="quarter" idx="17"/>
          </p:nvPr>
        </p:nvSpPr>
        <p:spPr>
          <a:xfrm>
            <a:off x="2808835" y="2169692"/>
            <a:ext cx="1899983" cy="2313581"/>
          </a:xfrm>
          <a:prstGeom prst="rect">
            <a:avLst/>
          </a:prstGeom>
          <a:solidFill>
            <a:srgbClr val="BFBFBF"/>
          </a:solidFill>
        </p:spPr>
        <p:txBody>
          <a:bodyPr tIns="585211"/>
          <a:lstStyle>
            <a:lvl1pPr marL="228594" indent="-228594" algn="ctr" defTabSz="914377" rtl="0" eaLnBrk="1" latinLnBrk="0" hangingPunct="1">
              <a:lnSpc>
                <a:spcPct val="110000"/>
              </a:lnSpc>
              <a:spcBef>
                <a:spcPts val="0"/>
              </a:spcBef>
              <a:buFont typeface="Arial" panose="020B0604020202020204" pitchFamily="34" charset="0"/>
              <a:buNone/>
              <a:defRPr sz="1600"/>
            </a:lvl1pPr>
          </a:lstStyle>
          <a:p>
            <a:r>
              <a:rPr lang="en-US"/>
              <a:t>Click icon to add picture</a:t>
            </a:r>
            <a:endParaRPr lang="nb-NO" dirty="0"/>
          </a:p>
        </p:txBody>
      </p:sp>
      <p:sp>
        <p:nvSpPr>
          <p:cNvPr id="34" name="Plassholder for bilde 14">
            <a:extLst>
              <a:ext uri="{FF2B5EF4-FFF2-40B4-BE49-F238E27FC236}">
                <a16:creationId xmlns:a16="http://schemas.microsoft.com/office/drawing/2014/main" id="{6D29EF88-18BC-020C-A232-E503B9263954}"/>
              </a:ext>
            </a:extLst>
          </p:cNvPr>
          <p:cNvSpPr>
            <a:spLocks noGrp="1"/>
          </p:cNvSpPr>
          <p:nvPr>
            <p:ph type="pic" sz="quarter" idx="20"/>
          </p:nvPr>
        </p:nvSpPr>
        <p:spPr>
          <a:xfrm>
            <a:off x="5147873" y="2169692"/>
            <a:ext cx="1899983" cy="2313581"/>
          </a:xfrm>
          <a:prstGeom prst="rect">
            <a:avLst/>
          </a:prstGeom>
          <a:solidFill>
            <a:srgbClr val="BFBFBF"/>
          </a:solidFill>
        </p:spPr>
        <p:txBody>
          <a:bodyPr tIns="585211"/>
          <a:lstStyle>
            <a:lvl1pPr marL="228594" indent="-228594" algn="ctr" defTabSz="914377" rtl="0" eaLnBrk="1" latinLnBrk="0" hangingPunct="1">
              <a:lnSpc>
                <a:spcPct val="110000"/>
              </a:lnSpc>
              <a:spcBef>
                <a:spcPts val="0"/>
              </a:spcBef>
              <a:buFont typeface="Arial" panose="020B0604020202020204" pitchFamily="34" charset="0"/>
              <a:buNone/>
              <a:defRPr sz="1600"/>
            </a:lvl1pPr>
          </a:lstStyle>
          <a:p>
            <a:r>
              <a:rPr lang="en-US"/>
              <a:t>Click icon to add picture</a:t>
            </a:r>
            <a:endParaRPr lang="nb-NO" dirty="0"/>
          </a:p>
        </p:txBody>
      </p:sp>
      <p:sp>
        <p:nvSpPr>
          <p:cNvPr id="35" name="Plassholder for bilde 14">
            <a:extLst>
              <a:ext uri="{FF2B5EF4-FFF2-40B4-BE49-F238E27FC236}">
                <a16:creationId xmlns:a16="http://schemas.microsoft.com/office/drawing/2014/main" id="{B5522080-5E58-37A8-E809-3806497C3221}"/>
              </a:ext>
            </a:extLst>
          </p:cNvPr>
          <p:cNvSpPr>
            <a:spLocks noGrp="1"/>
          </p:cNvSpPr>
          <p:nvPr>
            <p:ph type="pic" sz="quarter" idx="23"/>
          </p:nvPr>
        </p:nvSpPr>
        <p:spPr>
          <a:xfrm>
            <a:off x="7494530" y="2169692"/>
            <a:ext cx="1899983" cy="2313581"/>
          </a:xfrm>
          <a:prstGeom prst="rect">
            <a:avLst/>
          </a:prstGeom>
          <a:solidFill>
            <a:srgbClr val="BFBFBF"/>
          </a:solidFill>
        </p:spPr>
        <p:txBody>
          <a:bodyPr tIns="585211"/>
          <a:lstStyle>
            <a:lvl1pPr marL="228594" indent="-228594" algn="ctr" defTabSz="914377" rtl="0" eaLnBrk="1" latinLnBrk="0" hangingPunct="1">
              <a:lnSpc>
                <a:spcPct val="110000"/>
              </a:lnSpc>
              <a:spcBef>
                <a:spcPts val="0"/>
              </a:spcBef>
              <a:buFont typeface="Arial" panose="020B0604020202020204" pitchFamily="34" charset="0"/>
              <a:buNone/>
              <a:defRPr sz="1600"/>
            </a:lvl1pPr>
          </a:lstStyle>
          <a:p>
            <a:r>
              <a:rPr lang="en-US"/>
              <a:t>Click icon to add picture</a:t>
            </a:r>
            <a:endParaRPr lang="nb-NO" dirty="0"/>
          </a:p>
        </p:txBody>
      </p:sp>
      <p:sp>
        <p:nvSpPr>
          <p:cNvPr id="36" name="Plassholder for bilde 14">
            <a:extLst>
              <a:ext uri="{FF2B5EF4-FFF2-40B4-BE49-F238E27FC236}">
                <a16:creationId xmlns:a16="http://schemas.microsoft.com/office/drawing/2014/main" id="{BC1A62CD-0A22-1D1D-3EEB-1C9CD72D0449}"/>
              </a:ext>
            </a:extLst>
          </p:cNvPr>
          <p:cNvSpPr>
            <a:spLocks noGrp="1"/>
          </p:cNvSpPr>
          <p:nvPr>
            <p:ph type="pic" sz="quarter" idx="26"/>
          </p:nvPr>
        </p:nvSpPr>
        <p:spPr>
          <a:xfrm>
            <a:off x="9865297" y="2169692"/>
            <a:ext cx="1899983" cy="2313581"/>
          </a:xfrm>
          <a:prstGeom prst="rect">
            <a:avLst/>
          </a:prstGeom>
          <a:solidFill>
            <a:srgbClr val="BFBFBF"/>
          </a:solidFill>
        </p:spPr>
        <p:txBody>
          <a:bodyPr tIns="585211"/>
          <a:lstStyle>
            <a:lvl1pPr marL="228594" indent="-228594" algn="ctr" defTabSz="914377" rtl="0" eaLnBrk="1" latinLnBrk="0" hangingPunct="1">
              <a:lnSpc>
                <a:spcPct val="110000"/>
              </a:lnSpc>
              <a:spcBef>
                <a:spcPts val="0"/>
              </a:spcBef>
              <a:buFont typeface="Arial" panose="020B0604020202020204" pitchFamily="34" charset="0"/>
              <a:buNone/>
              <a:defRPr sz="1600"/>
            </a:lvl1pPr>
          </a:lstStyle>
          <a:p>
            <a:r>
              <a:rPr lang="en-US"/>
              <a:t>Click icon to add picture</a:t>
            </a:r>
            <a:endParaRPr lang="nb-NO" dirty="0"/>
          </a:p>
        </p:txBody>
      </p:sp>
      <p:sp>
        <p:nvSpPr>
          <p:cNvPr id="6" name="Undertittel 8">
            <a:extLst>
              <a:ext uri="{FF2B5EF4-FFF2-40B4-BE49-F238E27FC236}">
                <a16:creationId xmlns:a16="http://schemas.microsoft.com/office/drawing/2014/main" id="{7453571D-9B05-2FD0-0AC4-3D1344C3191C}"/>
              </a:ext>
            </a:extLst>
          </p:cNvPr>
          <p:cNvSpPr>
            <a:spLocks noGrp="1"/>
          </p:cNvSpPr>
          <p:nvPr>
            <p:ph type="subTitle" sz="quarter" idx="13"/>
          </p:nvPr>
        </p:nvSpPr>
        <p:spPr>
          <a:xfrm>
            <a:off x="451199" y="451201"/>
            <a:ext cx="7150085" cy="410369"/>
          </a:xfrm>
          <a:prstGeom prst="rect">
            <a:avLst/>
          </a:prstGeom>
        </p:spPr>
        <p:txBody>
          <a:bodyPr lIns="91440" tIns="45720" rIns="91440" bIns="45720"/>
          <a:lstStyle>
            <a:lvl1pPr marL="0" indent="0" algn="l">
              <a:buNone/>
              <a:defRPr sz="1867"/>
            </a:lvl1pPr>
            <a:lvl2pPr marL="609585" indent="0" algn="ctr">
              <a:buNone/>
            </a:lvl2pPr>
            <a:lvl3pPr marL="1219170" indent="0" algn="ctr">
              <a:buNone/>
            </a:lvl3pPr>
            <a:lvl4pPr marL="1828754" indent="0" algn="ctr">
              <a:buNone/>
            </a:lvl4pPr>
            <a:lvl5pPr marL="2438339" indent="0" algn="ctr">
              <a:buNone/>
            </a:lvl5pPr>
            <a:lvl6pPr marL="3047924" indent="0" algn="ctr">
              <a:buNone/>
            </a:lvl6pPr>
            <a:lvl7pPr marL="3657509" indent="0" algn="ctr">
              <a:buNone/>
            </a:lvl7pPr>
            <a:lvl8pPr marL="4267093" indent="0" algn="ctr">
              <a:buNone/>
            </a:lvl8pPr>
            <a:lvl9pPr marL="4876678" indent="0" algn="ctr">
              <a:buNone/>
            </a:lvl9pPr>
          </a:lstStyle>
          <a:p>
            <a:r>
              <a:rPr lang="en-US"/>
              <a:t>Click to edit Master subtitle style</a:t>
            </a:r>
            <a:endParaRPr lang="nb-NO" dirty="0"/>
          </a:p>
        </p:txBody>
      </p:sp>
    </p:spTree>
    <p:extLst>
      <p:ext uri="{BB962C8B-B14F-4D97-AF65-F5344CB8AC3E}">
        <p14:creationId xmlns:p14="http://schemas.microsoft.com/office/powerpoint/2010/main" val="78731588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subtitle, 4 images with text">
    <p:spTree>
      <p:nvGrpSpPr>
        <p:cNvPr id="1" name=""/>
        <p:cNvGrpSpPr/>
        <p:nvPr/>
      </p:nvGrpSpPr>
      <p:grpSpPr>
        <a:xfrm>
          <a:off x="0" y="0"/>
          <a:ext cx="0" cy="0"/>
          <a:chOff x="0" y="0"/>
          <a:chExt cx="0" cy="0"/>
        </a:xfrm>
      </p:grpSpPr>
      <p:sp>
        <p:nvSpPr>
          <p:cNvPr id="8" name="Plassholder for tekst 2">
            <a:extLst>
              <a:ext uri="{FF2B5EF4-FFF2-40B4-BE49-F238E27FC236}">
                <a16:creationId xmlns:a16="http://schemas.microsoft.com/office/drawing/2014/main" id="{8165415B-1B24-04DC-67FA-911B788034EF}"/>
              </a:ext>
            </a:extLst>
          </p:cNvPr>
          <p:cNvSpPr>
            <a:spLocks noGrp="1"/>
          </p:cNvSpPr>
          <p:nvPr>
            <p:ph type="body" idx="27" hasCustomPrompt="1"/>
          </p:nvPr>
        </p:nvSpPr>
        <p:spPr>
          <a:xfrm>
            <a:off x="366873" y="1716642"/>
            <a:ext cx="1865787" cy="423279"/>
          </a:xfrm>
        </p:spPr>
        <p:txBody>
          <a:bodyPr>
            <a:normAutofit/>
          </a:bodyPr>
          <a:lstStyle>
            <a:lvl1pPr marL="0" indent="0">
              <a:buNone/>
              <a:defRPr sz="1867" b="1">
                <a:solidFill>
                  <a:schemeClr val="tx1">
                    <a:lumMod val="75000"/>
                    <a:lumOff val="25000"/>
                  </a:schemeClr>
                </a:solidFill>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nb-NO"/>
              <a:t>Image title</a:t>
            </a:r>
            <a:endParaRPr lang="nb-NO" dirty="0"/>
          </a:p>
        </p:txBody>
      </p:sp>
      <p:sp>
        <p:nvSpPr>
          <p:cNvPr id="2" name="Tittel 1">
            <a:extLst>
              <a:ext uri="{FF2B5EF4-FFF2-40B4-BE49-F238E27FC236}">
                <a16:creationId xmlns:a16="http://schemas.microsoft.com/office/drawing/2014/main" id="{C2CAA88D-66DB-0E1B-1A8B-D51EDBE100A9}"/>
              </a:ext>
            </a:extLst>
          </p:cNvPr>
          <p:cNvSpPr>
            <a:spLocks noGrp="1"/>
          </p:cNvSpPr>
          <p:nvPr>
            <p:ph type="title"/>
          </p:nvPr>
        </p:nvSpPr>
        <p:spPr/>
        <p:txBody>
          <a:bodyPr/>
          <a:lstStyle/>
          <a:p>
            <a:r>
              <a:rPr lang="en-US"/>
              <a:t>Click to edit Master title style</a:t>
            </a:r>
            <a:endParaRPr lang="nb-NO" dirty="0"/>
          </a:p>
        </p:txBody>
      </p:sp>
      <p:sp>
        <p:nvSpPr>
          <p:cNvPr id="3" name="Plassholder for dato 2">
            <a:extLst>
              <a:ext uri="{FF2B5EF4-FFF2-40B4-BE49-F238E27FC236}">
                <a16:creationId xmlns:a16="http://schemas.microsoft.com/office/drawing/2014/main" id="{3B8629A8-CB04-0400-A93A-F5548ED97ABF}"/>
              </a:ext>
            </a:extLst>
          </p:cNvPr>
          <p:cNvSpPr>
            <a:spLocks noGrp="1"/>
          </p:cNvSpPr>
          <p:nvPr>
            <p:ph type="dt" sz="half" idx="10"/>
          </p:nvPr>
        </p:nvSpPr>
        <p:spPr>
          <a:xfrm>
            <a:off x="0" y="-257361"/>
            <a:ext cx="0" cy="205184"/>
          </a:xfrm>
          <a:prstGeom prst="rect">
            <a:avLst/>
          </a:prstGeom>
        </p:spPr>
        <p:txBody>
          <a:bodyPr/>
          <a:lstStyle/>
          <a:p>
            <a:fld id="{8049B0F7-39AE-40BC-8497-581B83AC5F34}" type="datetime1">
              <a:rPr lang="nb-NO" smtClean="0"/>
              <a:pPr/>
              <a:t>06.01.2025</a:t>
            </a:fld>
            <a:endParaRPr lang="nb-NO" dirty="0"/>
          </a:p>
        </p:txBody>
      </p:sp>
      <p:sp>
        <p:nvSpPr>
          <p:cNvPr id="4" name="Plassholder for bunntekst 3">
            <a:extLst>
              <a:ext uri="{FF2B5EF4-FFF2-40B4-BE49-F238E27FC236}">
                <a16:creationId xmlns:a16="http://schemas.microsoft.com/office/drawing/2014/main" id="{3A1D5011-1190-CA7E-4ED4-231055331965}"/>
              </a:ext>
            </a:extLst>
          </p:cNvPr>
          <p:cNvSpPr>
            <a:spLocks noGrp="1"/>
          </p:cNvSpPr>
          <p:nvPr>
            <p:ph type="ftr" sz="quarter" idx="11"/>
          </p:nvPr>
        </p:nvSpPr>
        <p:spPr>
          <a:xfrm>
            <a:off x="2146100" y="6150583"/>
            <a:ext cx="2269381" cy="246221"/>
          </a:xfrm>
          <a:prstGeom prst="rect">
            <a:avLst/>
          </a:prstGeom>
        </p:spPr>
        <p:txBody>
          <a:bodyPr/>
          <a:lstStyle/>
          <a:p>
            <a:r>
              <a:rPr lang="en-US" dirty="0"/>
              <a:t>See Statement of Proprietary information</a:t>
            </a:r>
            <a:endParaRPr lang="nb-NO" dirty="0"/>
          </a:p>
        </p:txBody>
      </p:sp>
      <p:sp>
        <p:nvSpPr>
          <p:cNvPr id="5" name="Plassholder for lysbildenummer 4">
            <a:extLst>
              <a:ext uri="{FF2B5EF4-FFF2-40B4-BE49-F238E27FC236}">
                <a16:creationId xmlns:a16="http://schemas.microsoft.com/office/drawing/2014/main" id="{D4EDD2DD-5B54-3B10-A9F6-04C0E36A5671}"/>
              </a:ext>
            </a:extLst>
          </p:cNvPr>
          <p:cNvSpPr>
            <a:spLocks noGrp="1"/>
          </p:cNvSpPr>
          <p:nvPr>
            <p:ph type="sldNum" sz="quarter" idx="12"/>
          </p:nvPr>
        </p:nvSpPr>
        <p:spPr>
          <a:xfrm>
            <a:off x="11190996" y="6201767"/>
            <a:ext cx="574284" cy="144000"/>
          </a:xfrm>
        </p:spPr>
        <p:txBody>
          <a:bodyPr/>
          <a:lstStyle/>
          <a:p>
            <a:fld id="{75567799-16DF-41EB-91D4-5F77DECB4B9E}" type="slidenum">
              <a:rPr lang="nb-NO" smtClean="0"/>
              <a:pPr/>
              <a:t>‹#›</a:t>
            </a:fld>
            <a:endParaRPr lang="nb-NO" dirty="0"/>
          </a:p>
        </p:txBody>
      </p:sp>
      <p:sp>
        <p:nvSpPr>
          <p:cNvPr id="16" name="Plassholder for tekst 2">
            <a:extLst>
              <a:ext uri="{FF2B5EF4-FFF2-40B4-BE49-F238E27FC236}">
                <a16:creationId xmlns:a16="http://schemas.microsoft.com/office/drawing/2014/main" id="{2A43C5E7-5C4E-614A-36F4-946E056A4638}"/>
              </a:ext>
            </a:extLst>
          </p:cNvPr>
          <p:cNvSpPr>
            <a:spLocks noGrp="1"/>
          </p:cNvSpPr>
          <p:nvPr>
            <p:ph type="body" idx="1"/>
          </p:nvPr>
        </p:nvSpPr>
        <p:spPr>
          <a:xfrm>
            <a:off x="450694" y="4617598"/>
            <a:ext cx="2555097" cy="885285"/>
          </a:xfrm>
        </p:spPr>
        <p:txBody>
          <a:bodyPr lIns="0" tIns="0" rIns="0" bIns="0">
            <a:normAutofit/>
          </a:bodyPr>
          <a:lstStyle>
            <a:lvl1pPr marL="0" indent="0">
              <a:buNone/>
              <a:defRPr sz="1333">
                <a:solidFill>
                  <a:schemeClr val="dk1"/>
                </a:solidFill>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a:t>Click to edit Master text styles</a:t>
            </a:r>
          </a:p>
        </p:txBody>
      </p:sp>
      <p:sp>
        <p:nvSpPr>
          <p:cNvPr id="12" name="Plassholder for tekst 2">
            <a:extLst>
              <a:ext uri="{FF2B5EF4-FFF2-40B4-BE49-F238E27FC236}">
                <a16:creationId xmlns:a16="http://schemas.microsoft.com/office/drawing/2014/main" id="{AF75316E-79E1-B99E-324F-7A6BBE5DC7C4}"/>
              </a:ext>
            </a:extLst>
          </p:cNvPr>
          <p:cNvSpPr>
            <a:spLocks noGrp="1"/>
          </p:cNvSpPr>
          <p:nvPr>
            <p:ph type="body" idx="17"/>
          </p:nvPr>
        </p:nvSpPr>
        <p:spPr>
          <a:xfrm>
            <a:off x="3357777" y="4617598"/>
            <a:ext cx="2555097" cy="885285"/>
          </a:xfrm>
        </p:spPr>
        <p:txBody>
          <a:bodyPr lIns="0" tIns="0" rIns="0" bIns="0">
            <a:normAutofit/>
          </a:bodyPr>
          <a:lstStyle>
            <a:lvl1pPr marL="0" indent="0">
              <a:buNone/>
              <a:defRPr sz="1333">
                <a:solidFill>
                  <a:schemeClr val="dk1"/>
                </a:solidFill>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a:t>Click to edit Master text styles</a:t>
            </a:r>
          </a:p>
        </p:txBody>
      </p:sp>
      <p:sp>
        <p:nvSpPr>
          <p:cNvPr id="14" name="Plassholder for tekst 2">
            <a:extLst>
              <a:ext uri="{FF2B5EF4-FFF2-40B4-BE49-F238E27FC236}">
                <a16:creationId xmlns:a16="http://schemas.microsoft.com/office/drawing/2014/main" id="{9F6A69D9-D398-B871-B681-2AE44E5A27B1}"/>
              </a:ext>
            </a:extLst>
          </p:cNvPr>
          <p:cNvSpPr>
            <a:spLocks noGrp="1"/>
          </p:cNvSpPr>
          <p:nvPr>
            <p:ph type="body" idx="18" hasCustomPrompt="1"/>
          </p:nvPr>
        </p:nvSpPr>
        <p:spPr>
          <a:xfrm>
            <a:off x="3247233" y="1716642"/>
            <a:ext cx="1865787" cy="423279"/>
          </a:xfrm>
        </p:spPr>
        <p:txBody>
          <a:bodyPr>
            <a:normAutofit/>
          </a:bodyPr>
          <a:lstStyle>
            <a:lvl1pPr marL="0" indent="0">
              <a:buNone/>
              <a:defRPr sz="1867" b="1">
                <a:solidFill>
                  <a:schemeClr val="tx1">
                    <a:lumMod val="75000"/>
                    <a:lumOff val="25000"/>
                  </a:schemeClr>
                </a:solidFill>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nb-NO"/>
              <a:t>Image title</a:t>
            </a:r>
            <a:endParaRPr lang="nb-NO" dirty="0"/>
          </a:p>
        </p:txBody>
      </p:sp>
      <p:sp>
        <p:nvSpPr>
          <p:cNvPr id="17" name="Plassholder for tekst 2">
            <a:extLst>
              <a:ext uri="{FF2B5EF4-FFF2-40B4-BE49-F238E27FC236}">
                <a16:creationId xmlns:a16="http://schemas.microsoft.com/office/drawing/2014/main" id="{8F807192-C65A-578A-733D-23EC439C2423}"/>
              </a:ext>
            </a:extLst>
          </p:cNvPr>
          <p:cNvSpPr>
            <a:spLocks noGrp="1"/>
          </p:cNvSpPr>
          <p:nvPr>
            <p:ph type="body" idx="20"/>
          </p:nvPr>
        </p:nvSpPr>
        <p:spPr>
          <a:xfrm>
            <a:off x="6268617" y="4617598"/>
            <a:ext cx="2555097" cy="885285"/>
          </a:xfrm>
        </p:spPr>
        <p:txBody>
          <a:bodyPr lIns="0" tIns="0" rIns="0" bIns="0">
            <a:normAutofit/>
          </a:bodyPr>
          <a:lstStyle>
            <a:lvl1pPr marL="0" indent="0">
              <a:buNone/>
              <a:defRPr sz="1333">
                <a:solidFill>
                  <a:schemeClr val="dk1"/>
                </a:solidFill>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a:t>Click to edit Master text styles</a:t>
            </a:r>
          </a:p>
        </p:txBody>
      </p:sp>
      <p:sp>
        <p:nvSpPr>
          <p:cNvPr id="18" name="Plassholder for tekst 2">
            <a:extLst>
              <a:ext uri="{FF2B5EF4-FFF2-40B4-BE49-F238E27FC236}">
                <a16:creationId xmlns:a16="http://schemas.microsoft.com/office/drawing/2014/main" id="{FF435D72-4104-86AD-1CD7-26E73244B718}"/>
              </a:ext>
            </a:extLst>
          </p:cNvPr>
          <p:cNvSpPr>
            <a:spLocks noGrp="1"/>
          </p:cNvSpPr>
          <p:nvPr>
            <p:ph type="body" idx="21" hasCustomPrompt="1"/>
          </p:nvPr>
        </p:nvSpPr>
        <p:spPr>
          <a:xfrm>
            <a:off x="6158073" y="1716642"/>
            <a:ext cx="1865787" cy="423279"/>
          </a:xfrm>
        </p:spPr>
        <p:txBody>
          <a:bodyPr>
            <a:normAutofit/>
          </a:bodyPr>
          <a:lstStyle>
            <a:lvl1pPr marL="0" indent="0">
              <a:buNone/>
              <a:defRPr sz="1867" b="1">
                <a:solidFill>
                  <a:schemeClr val="tx1">
                    <a:lumMod val="75000"/>
                    <a:lumOff val="25000"/>
                  </a:schemeClr>
                </a:solidFill>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nb-NO"/>
              <a:t>Image title</a:t>
            </a:r>
            <a:endParaRPr lang="nb-NO" dirty="0"/>
          </a:p>
        </p:txBody>
      </p:sp>
      <p:sp>
        <p:nvSpPr>
          <p:cNvPr id="23" name="Plassholder for tekst 2">
            <a:extLst>
              <a:ext uri="{FF2B5EF4-FFF2-40B4-BE49-F238E27FC236}">
                <a16:creationId xmlns:a16="http://schemas.microsoft.com/office/drawing/2014/main" id="{E2CADC25-ABE6-2164-E40D-5D85B3257B09}"/>
              </a:ext>
            </a:extLst>
          </p:cNvPr>
          <p:cNvSpPr>
            <a:spLocks noGrp="1"/>
          </p:cNvSpPr>
          <p:nvPr>
            <p:ph type="body" idx="23"/>
          </p:nvPr>
        </p:nvSpPr>
        <p:spPr>
          <a:xfrm>
            <a:off x="9210183" y="4617598"/>
            <a:ext cx="2555097" cy="885285"/>
          </a:xfrm>
        </p:spPr>
        <p:txBody>
          <a:bodyPr lIns="0" tIns="0" rIns="0" bIns="0">
            <a:normAutofit/>
          </a:bodyPr>
          <a:lstStyle>
            <a:lvl1pPr marL="0" indent="0">
              <a:buNone/>
              <a:defRPr sz="1333">
                <a:solidFill>
                  <a:schemeClr val="dk1"/>
                </a:solidFill>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a:t>Click to edit Master text styles</a:t>
            </a:r>
          </a:p>
        </p:txBody>
      </p:sp>
      <p:sp>
        <p:nvSpPr>
          <p:cNvPr id="26" name="Plassholder for tekst 2">
            <a:extLst>
              <a:ext uri="{FF2B5EF4-FFF2-40B4-BE49-F238E27FC236}">
                <a16:creationId xmlns:a16="http://schemas.microsoft.com/office/drawing/2014/main" id="{26E6D3BE-411A-686E-DC2D-C07E93CFE2F0}"/>
              </a:ext>
            </a:extLst>
          </p:cNvPr>
          <p:cNvSpPr>
            <a:spLocks noGrp="1"/>
          </p:cNvSpPr>
          <p:nvPr>
            <p:ph type="body" idx="24" hasCustomPrompt="1"/>
          </p:nvPr>
        </p:nvSpPr>
        <p:spPr>
          <a:xfrm>
            <a:off x="9101933" y="1716642"/>
            <a:ext cx="1865787" cy="423279"/>
          </a:xfrm>
        </p:spPr>
        <p:txBody>
          <a:bodyPr>
            <a:normAutofit/>
          </a:bodyPr>
          <a:lstStyle>
            <a:lvl1pPr marL="0" indent="0">
              <a:buNone/>
              <a:defRPr sz="1867" b="1">
                <a:solidFill>
                  <a:schemeClr val="tx1">
                    <a:lumMod val="75000"/>
                    <a:lumOff val="25000"/>
                  </a:schemeClr>
                </a:solidFill>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nb-NO"/>
              <a:t>Image title</a:t>
            </a:r>
            <a:endParaRPr lang="nb-NO" dirty="0"/>
          </a:p>
        </p:txBody>
      </p:sp>
      <p:sp>
        <p:nvSpPr>
          <p:cNvPr id="37" name="Plassholder for bilde 14">
            <a:extLst>
              <a:ext uri="{FF2B5EF4-FFF2-40B4-BE49-F238E27FC236}">
                <a16:creationId xmlns:a16="http://schemas.microsoft.com/office/drawing/2014/main" id="{7EC39CE3-304E-BA85-4E5A-F17C2A4E3824}"/>
              </a:ext>
            </a:extLst>
          </p:cNvPr>
          <p:cNvSpPr>
            <a:spLocks noGrp="1"/>
          </p:cNvSpPr>
          <p:nvPr>
            <p:ph type="pic" sz="quarter" idx="14"/>
          </p:nvPr>
        </p:nvSpPr>
        <p:spPr>
          <a:xfrm>
            <a:off x="450694" y="2170800"/>
            <a:ext cx="2555084" cy="2314800"/>
          </a:xfrm>
          <a:prstGeom prst="rect">
            <a:avLst/>
          </a:prstGeom>
          <a:solidFill>
            <a:srgbClr val="BFBFBF"/>
          </a:solidFill>
        </p:spPr>
        <p:txBody>
          <a:bodyPr tIns="585211"/>
          <a:lstStyle>
            <a:lvl1pPr marL="228594" indent="-228594" algn="ctr" defTabSz="914377" rtl="0" eaLnBrk="1" latinLnBrk="0" hangingPunct="1">
              <a:lnSpc>
                <a:spcPct val="110000"/>
              </a:lnSpc>
              <a:spcBef>
                <a:spcPts val="0"/>
              </a:spcBef>
              <a:buFont typeface="Arial" panose="020B0604020202020204" pitchFamily="34" charset="0"/>
              <a:buNone/>
              <a:defRPr sz="1600"/>
            </a:lvl1pPr>
          </a:lstStyle>
          <a:p>
            <a:r>
              <a:rPr lang="en-US"/>
              <a:t>Click icon to add picture</a:t>
            </a:r>
            <a:endParaRPr lang="nb-NO" dirty="0"/>
          </a:p>
        </p:txBody>
      </p:sp>
      <p:sp>
        <p:nvSpPr>
          <p:cNvPr id="38" name="Plassholder for bilde 14">
            <a:extLst>
              <a:ext uri="{FF2B5EF4-FFF2-40B4-BE49-F238E27FC236}">
                <a16:creationId xmlns:a16="http://schemas.microsoft.com/office/drawing/2014/main" id="{D1A74E28-FE00-5B94-F9E5-8BC5FA559D7B}"/>
              </a:ext>
            </a:extLst>
          </p:cNvPr>
          <p:cNvSpPr>
            <a:spLocks noGrp="1"/>
          </p:cNvSpPr>
          <p:nvPr>
            <p:ph type="pic" sz="quarter" idx="19"/>
          </p:nvPr>
        </p:nvSpPr>
        <p:spPr>
          <a:xfrm>
            <a:off x="3357777" y="2170800"/>
            <a:ext cx="2555084" cy="2314800"/>
          </a:xfrm>
          <a:prstGeom prst="rect">
            <a:avLst/>
          </a:prstGeom>
          <a:solidFill>
            <a:srgbClr val="BFBFBF"/>
          </a:solidFill>
        </p:spPr>
        <p:txBody>
          <a:bodyPr tIns="585211"/>
          <a:lstStyle>
            <a:lvl1pPr marL="228594" indent="-228594" algn="ctr" defTabSz="914377" rtl="0" eaLnBrk="1" latinLnBrk="0" hangingPunct="1">
              <a:lnSpc>
                <a:spcPct val="110000"/>
              </a:lnSpc>
              <a:spcBef>
                <a:spcPts val="0"/>
              </a:spcBef>
              <a:buFont typeface="Arial" panose="020B0604020202020204" pitchFamily="34" charset="0"/>
              <a:buNone/>
              <a:defRPr sz="1600"/>
            </a:lvl1pPr>
          </a:lstStyle>
          <a:p>
            <a:r>
              <a:rPr lang="en-US"/>
              <a:t>Click icon to add picture</a:t>
            </a:r>
            <a:endParaRPr lang="nb-NO" dirty="0"/>
          </a:p>
        </p:txBody>
      </p:sp>
      <p:sp>
        <p:nvSpPr>
          <p:cNvPr id="39" name="Plassholder for bilde 14">
            <a:extLst>
              <a:ext uri="{FF2B5EF4-FFF2-40B4-BE49-F238E27FC236}">
                <a16:creationId xmlns:a16="http://schemas.microsoft.com/office/drawing/2014/main" id="{DB62164F-F6EB-42C7-4965-71675C4DA0F7}"/>
              </a:ext>
            </a:extLst>
          </p:cNvPr>
          <p:cNvSpPr>
            <a:spLocks noGrp="1"/>
          </p:cNvSpPr>
          <p:nvPr>
            <p:ph type="pic" sz="quarter" idx="22"/>
          </p:nvPr>
        </p:nvSpPr>
        <p:spPr>
          <a:xfrm>
            <a:off x="6268617" y="2170800"/>
            <a:ext cx="2555084" cy="2314800"/>
          </a:xfrm>
          <a:prstGeom prst="rect">
            <a:avLst/>
          </a:prstGeom>
          <a:solidFill>
            <a:srgbClr val="BFBFBF"/>
          </a:solidFill>
        </p:spPr>
        <p:txBody>
          <a:bodyPr tIns="585211"/>
          <a:lstStyle>
            <a:lvl1pPr marL="228594" indent="-228594" algn="ctr" defTabSz="914377" rtl="0" eaLnBrk="1" latinLnBrk="0" hangingPunct="1">
              <a:lnSpc>
                <a:spcPct val="110000"/>
              </a:lnSpc>
              <a:spcBef>
                <a:spcPts val="0"/>
              </a:spcBef>
              <a:buFont typeface="Arial" panose="020B0604020202020204" pitchFamily="34" charset="0"/>
              <a:buNone/>
              <a:defRPr sz="1600"/>
            </a:lvl1pPr>
          </a:lstStyle>
          <a:p>
            <a:r>
              <a:rPr lang="en-US"/>
              <a:t>Click icon to add picture</a:t>
            </a:r>
            <a:endParaRPr lang="nb-NO" dirty="0"/>
          </a:p>
        </p:txBody>
      </p:sp>
      <p:sp>
        <p:nvSpPr>
          <p:cNvPr id="40" name="Plassholder for bilde 14">
            <a:extLst>
              <a:ext uri="{FF2B5EF4-FFF2-40B4-BE49-F238E27FC236}">
                <a16:creationId xmlns:a16="http://schemas.microsoft.com/office/drawing/2014/main" id="{DBE8A400-7264-2D25-895B-23B0F78E55C9}"/>
              </a:ext>
            </a:extLst>
          </p:cNvPr>
          <p:cNvSpPr>
            <a:spLocks noGrp="1"/>
          </p:cNvSpPr>
          <p:nvPr>
            <p:ph type="pic" sz="quarter" idx="25"/>
          </p:nvPr>
        </p:nvSpPr>
        <p:spPr>
          <a:xfrm>
            <a:off x="9210196" y="2170800"/>
            <a:ext cx="2555084" cy="2314800"/>
          </a:xfrm>
          <a:prstGeom prst="rect">
            <a:avLst/>
          </a:prstGeom>
          <a:solidFill>
            <a:srgbClr val="BFBFBF"/>
          </a:solidFill>
        </p:spPr>
        <p:txBody>
          <a:bodyPr tIns="585211"/>
          <a:lstStyle>
            <a:lvl1pPr marL="228594" indent="-228594" algn="ctr" defTabSz="914377" rtl="0" eaLnBrk="1" latinLnBrk="0" hangingPunct="1">
              <a:lnSpc>
                <a:spcPct val="110000"/>
              </a:lnSpc>
              <a:spcBef>
                <a:spcPts val="0"/>
              </a:spcBef>
              <a:buFont typeface="Arial" panose="020B0604020202020204" pitchFamily="34" charset="0"/>
              <a:buNone/>
              <a:defRPr sz="1600"/>
            </a:lvl1pPr>
          </a:lstStyle>
          <a:p>
            <a:r>
              <a:rPr lang="en-US"/>
              <a:t>Click icon to add picture</a:t>
            </a:r>
            <a:endParaRPr lang="nb-NO" dirty="0"/>
          </a:p>
        </p:txBody>
      </p:sp>
      <p:sp>
        <p:nvSpPr>
          <p:cNvPr id="6" name="Undertittel 8">
            <a:extLst>
              <a:ext uri="{FF2B5EF4-FFF2-40B4-BE49-F238E27FC236}">
                <a16:creationId xmlns:a16="http://schemas.microsoft.com/office/drawing/2014/main" id="{FA80DD97-194C-6B99-3374-EDD0BE549231}"/>
              </a:ext>
            </a:extLst>
          </p:cNvPr>
          <p:cNvSpPr>
            <a:spLocks noGrp="1"/>
          </p:cNvSpPr>
          <p:nvPr>
            <p:ph type="subTitle" sz="quarter" idx="13"/>
          </p:nvPr>
        </p:nvSpPr>
        <p:spPr>
          <a:xfrm>
            <a:off x="451199" y="451201"/>
            <a:ext cx="7150085" cy="410369"/>
          </a:xfrm>
          <a:prstGeom prst="rect">
            <a:avLst/>
          </a:prstGeom>
        </p:spPr>
        <p:txBody>
          <a:bodyPr lIns="91440" tIns="45720" rIns="91440" bIns="45720"/>
          <a:lstStyle>
            <a:lvl1pPr marL="0" indent="0" algn="l">
              <a:buNone/>
              <a:defRPr sz="1867"/>
            </a:lvl1pPr>
            <a:lvl2pPr marL="609585" indent="0" algn="ctr">
              <a:buNone/>
            </a:lvl2pPr>
            <a:lvl3pPr marL="1219170" indent="0" algn="ctr">
              <a:buNone/>
            </a:lvl3pPr>
            <a:lvl4pPr marL="1828754" indent="0" algn="ctr">
              <a:buNone/>
            </a:lvl4pPr>
            <a:lvl5pPr marL="2438339" indent="0" algn="ctr">
              <a:buNone/>
            </a:lvl5pPr>
            <a:lvl6pPr marL="3047924" indent="0" algn="ctr">
              <a:buNone/>
            </a:lvl6pPr>
            <a:lvl7pPr marL="3657509" indent="0" algn="ctr">
              <a:buNone/>
            </a:lvl7pPr>
            <a:lvl8pPr marL="4267093" indent="0" algn="ctr">
              <a:buNone/>
            </a:lvl8pPr>
            <a:lvl9pPr marL="4876678" indent="0" algn="ctr">
              <a:buNone/>
            </a:lvl9pPr>
          </a:lstStyle>
          <a:p>
            <a:r>
              <a:rPr lang="en-US"/>
              <a:t>Click to edit Master subtitle style</a:t>
            </a:r>
            <a:endParaRPr lang="nb-NO" dirty="0"/>
          </a:p>
        </p:txBody>
      </p:sp>
    </p:spTree>
    <p:extLst>
      <p:ext uri="{BB962C8B-B14F-4D97-AF65-F5344CB8AC3E}">
        <p14:creationId xmlns:p14="http://schemas.microsoft.com/office/powerpoint/2010/main" val="321117880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subtitle, 3 images with text">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C2CAA88D-66DB-0E1B-1A8B-D51EDBE100A9}"/>
              </a:ext>
            </a:extLst>
          </p:cNvPr>
          <p:cNvSpPr>
            <a:spLocks noGrp="1"/>
          </p:cNvSpPr>
          <p:nvPr>
            <p:ph type="title"/>
          </p:nvPr>
        </p:nvSpPr>
        <p:spPr/>
        <p:txBody>
          <a:bodyPr/>
          <a:lstStyle/>
          <a:p>
            <a:r>
              <a:rPr lang="en-US"/>
              <a:t>Click to edit Master title style</a:t>
            </a:r>
            <a:endParaRPr lang="nb-NO" dirty="0"/>
          </a:p>
        </p:txBody>
      </p:sp>
      <p:sp>
        <p:nvSpPr>
          <p:cNvPr id="3" name="Plassholder for dato 2">
            <a:extLst>
              <a:ext uri="{FF2B5EF4-FFF2-40B4-BE49-F238E27FC236}">
                <a16:creationId xmlns:a16="http://schemas.microsoft.com/office/drawing/2014/main" id="{3B8629A8-CB04-0400-A93A-F5548ED97ABF}"/>
              </a:ext>
            </a:extLst>
          </p:cNvPr>
          <p:cNvSpPr>
            <a:spLocks noGrp="1"/>
          </p:cNvSpPr>
          <p:nvPr>
            <p:ph type="dt" sz="half" idx="10"/>
          </p:nvPr>
        </p:nvSpPr>
        <p:spPr>
          <a:xfrm>
            <a:off x="0" y="-257361"/>
            <a:ext cx="0" cy="205184"/>
          </a:xfrm>
          <a:prstGeom prst="rect">
            <a:avLst/>
          </a:prstGeom>
        </p:spPr>
        <p:txBody>
          <a:bodyPr/>
          <a:lstStyle/>
          <a:p>
            <a:fld id="{8049B0F7-39AE-40BC-8497-581B83AC5F34}" type="datetime1">
              <a:rPr lang="nb-NO" smtClean="0"/>
              <a:pPr/>
              <a:t>06.01.2025</a:t>
            </a:fld>
            <a:endParaRPr lang="nb-NO" dirty="0"/>
          </a:p>
        </p:txBody>
      </p:sp>
      <p:sp>
        <p:nvSpPr>
          <p:cNvPr id="4" name="Plassholder for bunntekst 3">
            <a:extLst>
              <a:ext uri="{FF2B5EF4-FFF2-40B4-BE49-F238E27FC236}">
                <a16:creationId xmlns:a16="http://schemas.microsoft.com/office/drawing/2014/main" id="{3A1D5011-1190-CA7E-4ED4-231055331965}"/>
              </a:ext>
            </a:extLst>
          </p:cNvPr>
          <p:cNvSpPr>
            <a:spLocks noGrp="1"/>
          </p:cNvSpPr>
          <p:nvPr>
            <p:ph type="ftr" sz="quarter" idx="11"/>
          </p:nvPr>
        </p:nvSpPr>
        <p:spPr>
          <a:xfrm>
            <a:off x="2146100" y="6150583"/>
            <a:ext cx="2269381" cy="246221"/>
          </a:xfrm>
          <a:prstGeom prst="rect">
            <a:avLst/>
          </a:prstGeom>
        </p:spPr>
        <p:txBody>
          <a:bodyPr/>
          <a:lstStyle/>
          <a:p>
            <a:r>
              <a:rPr lang="en-US" dirty="0"/>
              <a:t>See Statement of Proprietary information</a:t>
            </a:r>
            <a:endParaRPr lang="nb-NO" dirty="0"/>
          </a:p>
        </p:txBody>
      </p:sp>
      <p:sp>
        <p:nvSpPr>
          <p:cNvPr id="5" name="Plassholder for lysbildenummer 4">
            <a:extLst>
              <a:ext uri="{FF2B5EF4-FFF2-40B4-BE49-F238E27FC236}">
                <a16:creationId xmlns:a16="http://schemas.microsoft.com/office/drawing/2014/main" id="{D4EDD2DD-5B54-3B10-A9F6-04C0E36A5671}"/>
              </a:ext>
            </a:extLst>
          </p:cNvPr>
          <p:cNvSpPr>
            <a:spLocks noGrp="1"/>
          </p:cNvSpPr>
          <p:nvPr>
            <p:ph type="sldNum" sz="quarter" idx="12"/>
          </p:nvPr>
        </p:nvSpPr>
        <p:spPr>
          <a:xfrm>
            <a:off x="11190996" y="6201767"/>
            <a:ext cx="574284" cy="144000"/>
          </a:xfrm>
        </p:spPr>
        <p:txBody>
          <a:bodyPr/>
          <a:lstStyle/>
          <a:p>
            <a:fld id="{75567799-16DF-41EB-91D4-5F77DECB4B9E}" type="slidenum">
              <a:rPr lang="nb-NO" smtClean="0"/>
              <a:pPr/>
              <a:t>‹#›</a:t>
            </a:fld>
            <a:endParaRPr lang="nb-NO" dirty="0"/>
          </a:p>
        </p:txBody>
      </p:sp>
      <p:sp>
        <p:nvSpPr>
          <p:cNvPr id="16" name="Plassholder for tekst 2">
            <a:extLst>
              <a:ext uri="{FF2B5EF4-FFF2-40B4-BE49-F238E27FC236}">
                <a16:creationId xmlns:a16="http://schemas.microsoft.com/office/drawing/2014/main" id="{2A43C5E7-5C4E-614A-36F4-946E056A4638}"/>
              </a:ext>
            </a:extLst>
          </p:cNvPr>
          <p:cNvSpPr>
            <a:spLocks noGrp="1"/>
          </p:cNvSpPr>
          <p:nvPr>
            <p:ph type="body" idx="1"/>
          </p:nvPr>
        </p:nvSpPr>
        <p:spPr>
          <a:xfrm>
            <a:off x="431695" y="4618269"/>
            <a:ext cx="3496092" cy="659583"/>
          </a:xfrm>
        </p:spPr>
        <p:txBody>
          <a:bodyPr lIns="0" tIns="0" rIns="0" bIns="0">
            <a:normAutofit/>
          </a:bodyPr>
          <a:lstStyle>
            <a:lvl1pPr marL="0" indent="0">
              <a:buNone/>
              <a:defRPr sz="1333">
                <a:solidFill>
                  <a:schemeClr val="dk1"/>
                </a:solidFill>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a:t>Click to edit Master text styles</a:t>
            </a:r>
          </a:p>
        </p:txBody>
      </p:sp>
      <p:sp>
        <p:nvSpPr>
          <p:cNvPr id="19" name="Plassholder for tekst 2">
            <a:extLst>
              <a:ext uri="{FF2B5EF4-FFF2-40B4-BE49-F238E27FC236}">
                <a16:creationId xmlns:a16="http://schemas.microsoft.com/office/drawing/2014/main" id="{EDDAF262-3F85-4268-1D0E-B99E85D6D4CA}"/>
              </a:ext>
            </a:extLst>
          </p:cNvPr>
          <p:cNvSpPr>
            <a:spLocks noGrp="1"/>
          </p:cNvSpPr>
          <p:nvPr>
            <p:ph type="body" idx="16" hasCustomPrompt="1"/>
          </p:nvPr>
        </p:nvSpPr>
        <p:spPr>
          <a:xfrm>
            <a:off x="321153" y="1716642"/>
            <a:ext cx="1865787" cy="423279"/>
          </a:xfrm>
        </p:spPr>
        <p:txBody>
          <a:bodyPr>
            <a:normAutofit/>
          </a:bodyPr>
          <a:lstStyle>
            <a:lvl1pPr marL="0" indent="0">
              <a:buNone/>
              <a:defRPr sz="1867" b="1">
                <a:solidFill>
                  <a:schemeClr val="tx1">
                    <a:lumMod val="75000"/>
                    <a:lumOff val="25000"/>
                  </a:schemeClr>
                </a:solidFill>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nb-NO"/>
              <a:t>Image title</a:t>
            </a:r>
            <a:endParaRPr lang="nb-NO" dirty="0"/>
          </a:p>
        </p:txBody>
      </p:sp>
      <p:sp>
        <p:nvSpPr>
          <p:cNvPr id="11" name="Plassholder for tekst 2">
            <a:extLst>
              <a:ext uri="{FF2B5EF4-FFF2-40B4-BE49-F238E27FC236}">
                <a16:creationId xmlns:a16="http://schemas.microsoft.com/office/drawing/2014/main" id="{3C0E75C8-9E24-B7E5-8F04-85DD30618029}"/>
              </a:ext>
            </a:extLst>
          </p:cNvPr>
          <p:cNvSpPr>
            <a:spLocks noGrp="1"/>
          </p:cNvSpPr>
          <p:nvPr>
            <p:ph type="body" idx="17"/>
          </p:nvPr>
        </p:nvSpPr>
        <p:spPr>
          <a:xfrm>
            <a:off x="4345004" y="4618269"/>
            <a:ext cx="3496092" cy="659583"/>
          </a:xfrm>
        </p:spPr>
        <p:txBody>
          <a:bodyPr lIns="0" tIns="0" rIns="0" bIns="0">
            <a:normAutofit/>
          </a:bodyPr>
          <a:lstStyle>
            <a:lvl1pPr marL="0" indent="0">
              <a:buNone/>
              <a:defRPr sz="1333">
                <a:solidFill>
                  <a:schemeClr val="dk1"/>
                </a:solidFill>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a:t>Click to edit Master text styles</a:t>
            </a:r>
          </a:p>
        </p:txBody>
      </p:sp>
      <p:sp>
        <p:nvSpPr>
          <p:cNvPr id="15" name="Plassholder for tekst 2">
            <a:extLst>
              <a:ext uri="{FF2B5EF4-FFF2-40B4-BE49-F238E27FC236}">
                <a16:creationId xmlns:a16="http://schemas.microsoft.com/office/drawing/2014/main" id="{6A33A794-6C3D-78E5-E21B-2D6094FD013A}"/>
              </a:ext>
            </a:extLst>
          </p:cNvPr>
          <p:cNvSpPr>
            <a:spLocks noGrp="1"/>
          </p:cNvSpPr>
          <p:nvPr>
            <p:ph type="body" idx="18" hasCustomPrompt="1"/>
          </p:nvPr>
        </p:nvSpPr>
        <p:spPr>
          <a:xfrm>
            <a:off x="4234463" y="1716642"/>
            <a:ext cx="1865787" cy="423279"/>
          </a:xfrm>
        </p:spPr>
        <p:txBody>
          <a:bodyPr>
            <a:normAutofit/>
          </a:bodyPr>
          <a:lstStyle>
            <a:lvl1pPr marL="0" indent="0">
              <a:buNone/>
              <a:defRPr sz="1867" b="1">
                <a:solidFill>
                  <a:schemeClr val="tx1">
                    <a:lumMod val="75000"/>
                    <a:lumOff val="25000"/>
                  </a:schemeClr>
                </a:solidFill>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nb-NO"/>
              <a:t>Image title</a:t>
            </a:r>
            <a:endParaRPr lang="nb-NO" dirty="0"/>
          </a:p>
        </p:txBody>
      </p:sp>
      <p:sp>
        <p:nvSpPr>
          <p:cNvPr id="21" name="Plassholder for tekst 2">
            <a:extLst>
              <a:ext uri="{FF2B5EF4-FFF2-40B4-BE49-F238E27FC236}">
                <a16:creationId xmlns:a16="http://schemas.microsoft.com/office/drawing/2014/main" id="{B2A2D1E5-FD6D-12A6-177E-8971B31F9C49}"/>
              </a:ext>
            </a:extLst>
          </p:cNvPr>
          <p:cNvSpPr>
            <a:spLocks noGrp="1"/>
          </p:cNvSpPr>
          <p:nvPr>
            <p:ph type="body" idx="20"/>
          </p:nvPr>
        </p:nvSpPr>
        <p:spPr>
          <a:xfrm>
            <a:off x="8269188" y="4618269"/>
            <a:ext cx="3496092" cy="659583"/>
          </a:xfrm>
        </p:spPr>
        <p:txBody>
          <a:bodyPr lIns="0" tIns="0" rIns="0" bIns="0">
            <a:normAutofit/>
          </a:bodyPr>
          <a:lstStyle>
            <a:lvl1pPr marL="0" indent="0">
              <a:buNone/>
              <a:defRPr sz="1333">
                <a:solidFill>
                  <a:schemeClr val="dk1"/>
                </a:solidFill>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a:t>Click to edit Master text styles</a:t>
            </a:r>
          </a:p>
        </p:txBody>
      </p:sp>
      <p:sp>
        <p:nvSpPr>
          <p:cNvPr id="22" name="Plassholder for tekst 2">
            <a:extLst>
              <a:ext uri="{FF2B5EF4-FFF2-40B4-BE49-F238E27FC236}">
                <a16:creationId xmlns:a16="http://schemas.microsoft.com/office/drawing/2014/main" id="{5FCF21B2-01A7-BA35-71C5-A8CE0FD59043}"/>
              </a:ext>
            </a:extLst>
          </p:cNvPr>
          <p:cNvSpPr>
            <a:spLocks noGrp="1"/>
          </p:cNvSpPr>
          <p:nvPr>
            <p:ph type="body" idx="21" hasCustomPrompt="1"/>
          </p:nvPr>
        </p:nvSpPr>
        <p:spPr>
          <a:xfrm>
            <a:off x="8145315" y="1716642"/>
            <a:ext cx="1865787" cy="423279"/>
          </a:xfrm>
        </p:spPr>
        <p:txBody>
          <a:bodyPr>
            <a:normAutofit/>
          </a:bodyPr>
          <a:lstStyle>
            <a:lvl1pPr marL="0" indent="0">
              <a:buNone/>
              <a:defRPr sz="1867" b="1">
                <a:solidFill>
                  <a:schemeClr val="tx1">
                    <a:lumMod val="75000"/>
                    <a:lumOff val="25000"/>
                  </a:schemeClr>
                </a:solidFill>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nb-NO"/>
              <a:t>Image title</a:t>
            </a:r>
            <a:endParaRPr lang="nb-NO" dirty="0"/>
          </a:p>
        </p:txBody>
      </p:sp>
      <p:sp>
        <p:nvSpPr>
          <p:cNvPr id="25" name="Plassholder for bilde 14">
            <a:extLst>
              <a:ext uri="{FF2B5EF4-FFF2-40B4-BE49-F238E27FC236}">
                <a16:creationId xmlns:a16="http://schemas.microsoft.com/office/drawing/2014/main" id="{05BEF0C0-5227-B285-0E22-3A4E327EE5D6}"/>
              </a:ext>
            </a:extLst>
          </p:cNvPr>
          <p:cNvSpPr>
            <a:spLocks noGrp="1"/>
          </p:cNvSpPr>
          <p:nvPr>
            <p:ph type="pic" sz="quarter" idx="14"/>
          </p:nvPr>
        </p:nvSpPr>
        <p:spPr>
          <a:xfrm>
            <a:off x="431695" y="2170800"/>
            <a:ext cx="3496091" cy="2313581"/>
          </a:xfrm>
          <a:prstGeom prst="rect">
            <a:avLst/>
          </a:prstGeom>
          <a:solidFill>
            <a:srgbClr val="BFBFBF"/>
          </a:solidFill>
        </p:spPr>
        <p:txBody>
          <a:bodyPr tIns="585211"/>
          <a:lstStyle>
            <a:lvl1pPr marL="228594" indent="-228594" algn="ctr" defTabSz="914377" rtl="0" eaLnBrk="1" latinLnBrk="0" hangingPunct="1">
              <a:lnSpc>
                <a:spcPct val="110000"/>
              </a:lnSpc>
              <a:spcBef>
                <a:spcPts val="0"/>
              </a:spcBef>
              <a:buFont typeface="Arial" panose="020B0604020202020204" pitchFamily="34" charset="0"/>
              <a:buNone/>
              <a:defRPr sz="1600"/>
            </a:lvl1pPr>
          </a:lstStyle>
          <a:p>
            <a:r>
              <a:rPr lang="en-US"/>
              <a:t>Click icon to add picture</a:t>
            </a:r>
            <a:endParaRPr lang="nb-NO" dirty="0"/>
          </a:p>
        </p:txBody>
      </p:sp>
      <p:sp>
        <p:nvSpPr>
          <p:cNvPr id="27" name="Plassholder for bilde 14">
            <a:extLst>
              <a:ext uri="{FF2B5EF4-FFF2-40B4-BE49-F238E27FC236}">
                <a16:creationId xmlns:a16="http://schemas.microsoft.com/office/drawing/2014/main" id="{19A3ACD2-C9DF-6620-53D0-7ECEA59CF7E3}"/>
              </a:ext>
            </a:extLst>
          </p:cNvPr>
          <p:cNvSpPr>
            <a:spLocks noGrp="1"/>
          </p:cNvSpPr>
          <p:nvPr>
            <p:ph type="pic" sz="quarter" idx="19"/>
          </p:nvPr>
        </p:nvSpPr>
        <p:spPr>
          <a:xfrm>
            <a:off x="4345004" y="2170800"/>
            <a:ext cx="3496091" cy="2313581"/>
          </a:xfrm>
          <a:prstGeom prst="rect">
            <a:avLst/>
          </a:prstGeom>
          <a:solidFill>
            <a:srgbClr val="BFBFBF"/>
          </a:solidFill>
        </p:spPr>
        <p:txBody>
          <a:bodyPr tIns="585211"/>
          <a:lstStyle>
            <a:lvl1pPr marL="228594" indent="-228594" algn="ctr" defTabSz="914377" rtl="0" eaLnBrk="1" latinLnBrk="0" hangingPunct="1">
              <a:lnSpc>
                <a:spcPct val="110000"/>
              </a:lnSpc>
              <a:spcBef>
                <a:spcPts val="0"/>
              </a:spcBef>
              <a:buFont typeface="Arial" panose="020B0604020202020204" pitchFamily="34" charset="0"/>
              <a:buNone/>
              <a:defRPr sz="1600"/>
            </a:lvl1pPr>
          </a:lstStyle>
          <a:p>
            <a:r>
              <a:rPr lang="en-US"/>
              <a:t>Click icon to add picture</a:t>
            </a:r>
            <a:endParaRPr lang="nb-NO" dirty="0"/>
          </a:p>
        </p:txBody>
      </p:sp>
      <p:sp>
        <p:nvSpPr>
          <p:cNvPr id="28" name="Plassholder for bilde 14">
            <a:extLst>
              <a:ext uri="{FF2B5EF4-FFF2-40B4-BE49-F238E27FC236}">
                <a16:creationId xmlns:a16="http://schemas.microsoft.com/office/drawing/2014/main" id="{9D31F00B-916F-8988-2A3B-00EDE40E1513}"/>
              </a:ext>
            </a:extLst>
          </p:cNvPr>
          <p:cNvSpPr>
            <a:spLocks noGrp="1"/>
          </p:cNvSpPr>
          <p:nvPr>
            <p:ph type="pic" sz="quarter" idx="22"/>
          </p:nvPr>
        </p:nvSpPr>
        <p:spPr>
          <a:xfrm>
            <a:off x="8269189" y="2170800"/>
            <a:ext cx="3496091" cy="2313581"/>
          </a:xfrm>
          <a:prstGeom prst="rect">
            <a:avLst/>
          </a:prstGeom>
          <a:solidFill>
            <a:srgbClr val="BFBFBF"/>
          </a:solidFill>
        </p:spPr>
        <p:txBody>
          <a:bodyPr tIns="585211"/>
          <a:lstStyle>
            <a:lvl1pPr marL="228594" indent="-228594" algn="ctr" defTabSz="914377" rtl="0" eaLnBrk="1" latinLnBrk="0" hangingPunct="1">
              <a:lnSpc>
                <a:spcPct val="110000"/>
              </a:lnSpc>
              <a:spcBef>
                <a:spcPts val="0"/>
              </a:spcBef>
              <a:buFont typeface="Arial" panose="020B0604020202020204" pitchFamily="34" charset="0"/>
              <a:buNone/>
              <a:defRPr sz="1600"/>
            </a:lvl1pPr>
          </a:lstStyle>
          <a:p>
            <a:r>
              <a:rPr lang="en-US"/>
              <a:t>Click icon to add picture</a:t>
            </a:r>
            <a:endParaRPr lang="nb-NO" dirty="0"/>
          </a:p>
        </p:txBody>
      </p:sp>
      <p:sp>
        <p:nvSpPr>
          <p:cNvPr id="6" name="Undertittel 8">
            <a:extLst>
              <a:ext uri="{FF2B5EF4-FFF2-40B4-BE49-F238E27FC236}">
                <a16:creationId xmlns:a16="http://schemas.microsoft.com/office/drawing/2014/main" id="{53DD2A10-1232-1D7A-E4A1-973936E2DDFB}"/>
              </a:ext>
            </a:extLst>
          </p:cNvPr>
          <p:cNvSpPr>
            <a:spLocks noGrp="1"/>
          </p:cNvSpPr>
          <p:nvPr>
            <p:ph type="subTitle" sz="quarter" idx="13"/>
          </p:nvPr>
        </p:nvSpPr>
        <p:spPr>
          <a:xfrm>
            <a:off x="451199" y="451201"/>
            <a:ext cx="7150085" cy="410369"/>
          </a:xfrm>
          <a:prstGeom prst="rect">
            <a:avLst/>
          </a:prstGeom>
        </p:spPr>
        <p:txBody>
          <a:bodyPr lIns="91440" tIns="45720" rIns="91440" bIns="45720"/>
          <a:lstStyle>
            <a:lvl1pPr marL="0" indent="0" algn="l">
              <a:buNone/>
              <a:defRPr sz="1867"/>
            </a:lvl1pPr>
            <a:lvl2pPr marL="609585" indent="0" algn="ctr">
              <a:buNone/>
            </a:lvl2pPr>
            <a:lvl3pPr marL="1219170" indent="0" algn="ctr">
              <a:buNone/>
            </a:lvl3pPr>
            <a:lvl4pPr marL="1828754" indent="0" algn="ctr">
              <a:buNone/>
            </a:lvl4pPr>
            <a:lvl5pPr marL="2438339" indent="0" algn="ctr">
              <a:buNone/>
            </a:lvl5pPr>
            <a:lvl6pPr marL="3047924" indent="0" algn="ctr">
              <a:buNone/>
            </a:lvl6pPr>
            <a:lvl7pPr marL="3657509" indent="0" algn="ctr">
              <a:buNone/>
            </a:lvl7pPr>
            <a:lvl8pPr marL="4267093" indent="0" algn="ctr">
              <a:buNone/>
            </a:lvl8pPr>
            <a:lvl9pPr marL="4876678" indent="0" algn="ctr">
              <a:buNone/>
            </a:lvl9pPr>
          </a:lstStyle>
          <a:p>
            <a:r>
              <a:rPr lang="en-US"/>
              <a:t>Click to edit Master subtitle style</a:t>
            </a:r>
            <a:endParaRPr lang="nb-NO" dirty="0"/>
          </a:p>
        </p:txBody>
      </p:sp>
    </p:spTree>
    <p:extLst>
      <p:ext uri="{BB962C8B-B14F-4D97-AF65-F5344CB8AC3E}">
        <p14:creationId xmlns:p14="http://schemas.microsoft.com/office/powerpoint/2010/main" val="393591412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subtitle, 2 images with text">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C2CAA88D-66DB-0E1B-1A8B-D51EDBE100A9}"/>
              </a:ext>
            </a:extLst>
          </p:cNvPr>
          <p:cNvSpPr>
            <a:spLocks noGrp="1"/>
          </p:cNvSpPr>
          <p:nvPr>
            <p:ph type="title"/>
          </p:nvPr>
        </p:nvSpPr>
        <p:spPr/>
        <p:txBody>
          <a:bodyPr/>
          <a:lstStyle/>
          <a:p>
            <a:r>
              <a:rPr lang="en-US"/>
              <a:t>Click to edit Master title style</a:t>
            </a:r>
            <a:endParaRPr lang="nb-NO" dirty="0"/>
          </a:p>
        </p:txBody>
      </p:sp>
      <p:sp>
        <p:nvSpPr>
          <p:cNvPr id="3" name="Plassholder for dato 2">
            <a:extLst>
              <a:ext uri="{FF2B5EF4-FFF2-40B4-BE49-F238E27FC236}">
                <a16:creationId xmlns:a16="http://schemas.microsoft.com/office/drawing/2014/main" id="{3B8629A8-CB04-0400-A93A-F5548ED97ABF}"/>
              </a:ext>
            </a:extLst>
          </p:cNvPr>
          <p:cNvSpPr>
            <a:spLocks noGrp="1"/>
          </p:cNvSpPr>
          <p:nvPr>
            <p:ph type="dt" sz="half" idx="10"/>
          </p:nvPr>
        </p:nvSpPr>
        <p:spPr>
          <a:xfrm>
            <a:off x="0" y="-257361"/>
            <a:ext cx="0" cy="205184"/>
          </a:xfrm>
          <a:prstGeom prst="rect">
            <a:avLst/>
          </a:prstGeom>
        </p:spPr>
        <p:txBody>
          <a:bodyPr/>
          <a:lstStyle/>
          <a:p>
            <a:fld id="{8049B0F7-39AE-40BC-8497-581B83AC5F34}" type="datetime1">
              <a:rPr lang="nb-NO" smtClean="0"/>
              <a:pPr/>
              <a:t>06.01.2025</a:t>
            </a:fld>
            <a:endParaRPr lang="nb-NO" dirty="0"/>
          </a:p>
        </p:txBody>
      </p:sp>
      <p:sp>
        <p:nvSpPr>
          <p:cNvPr id="4" name="Plassholder for bunntekst 3">
            <a:extLst>
              <a:ext uri="{FF2B5EF4-FFF2-40B4-BE49-F238E27FC236}">
                <a16:creationId xmlns:a16="http://schemas.microsoft.com/office/drawing/2014/main" id="{3A1D5011-1190-CA7E-4ED4-231055331965}"/>
              </a:ext>
            </a:extLst>
          </p:cNvPr>
          <p:cNvSpPr>
            <a:spLocks noGrp="1"/>
          </p:cNvSpPr>
          <p:nvPr>
            <p:ph type="ftr" sz="quarter" idx="11"/>
          </p:nvPr>
        </p:nvSpPr>
        <p:spPr>
          <a:xfrm>
            <a:off x="2146100" y="6150583"/>
            <a:ext cx="2269381" cy="246221"/>
          </a:xfrm>
          <a:prstGeom prst="rect">
            <a:avLst/>
          </a:prstGeom>
        </p:spPr>
        <p:txBody>
          <a:bodyPr/>
          <a:lstStyle/>
          <a:p>
            <a:r>
              <a:rPr lang="en-US" dirty="0"/>
              <a:t>See Statement of Proprietary information</a:t>
            </a:r>
            <a:endParaRPr lang="nb-NO" dirty="0"/>
          </a:p>
        </p:txBody>
      </p:sp>
      <p:sp>
        <p:nvSpPr>
          <p:cNvPr id="5" name="Plassholder for lysbildenummer 4">
            <a:extLst>
              <a:ext uri="{FF2B5EF4-FFF2-40B4-BE49-F238E27FC236}">
                <a16:creationId xmlns:a16="http://schemas.microsoft.com/office/drawing/2014/main" id="{D4EDD2DD-5B54-3B10-A9F6-04C0E36A5671}"/>
              </a:ext>
            </a:extLst>
          </p:cNvPr>
          <p:cNvSpPr>
            <a:spLocks noGrp="1"/>
          </p:cNvSpPr>
          <p:nvPr>
            <p:ph type="sldNum" sz="quarter" idx="12"/>
          </p:nvPr>
        </p:nvSpPr>
        <p:spPr>
          <a:xfrm>
            <a:off x="11190996" y="6201767"/>
            <a:ext cx="574284" cy="144000"/>
          </a:xfrm>
        </p:spPr>
        <p:txBody>
          <a:bodyPr/>
          <a:lstStyle/>
          <a:p>
            <a:fld id="{75567799-16DF-41EB-91D4-5F77DECB4B9E}" type="slidenum">
              <a:rPr lang="nb-NO" smtClean="0"/>
              <a:pPr/>
              <a:t>‹#›</a:t>
            </a:fld>
            <a:endParaRPr lang="nb-NO" dirty="0"/>
          </a:p>
        </p:txBody>
      </p:sp>
      <p:sp>
        <p:nvSpPr>
          <p:cNvPr id="16" name="Plassholder for tekst 2">
            <a:extLst>
              <a:ext uri="{FF2B5EF4-FFF2-40B4-BE49-F238E27FC236}">
                <a16:creationId xmlns:a16="http://schemas.microsoft.com/office/drawing/2014/main" id="{2A43C5E7-5C4E-614A-36F4-946E056A4638}"/>
              </a:ext>
            </a:extLst>
          </p:cNvPr>
          <p:cNvSpPr>
            <a:spLocks noGrp="1"/>
          </p:cNvSpPr>
          <p:nvPr>
            <p:ph type="body" idx="1"/>
          </p:nvPr>
        </p:nvSpPr>
        <p:spPr>
          <a:xfrm>
            <a:off x="443280" y="4618800"/>
            <a:ext cx="5390350" cy="440120"/>
          </a:xfrm>
        </p:spPr>
        <p:txBody>
          <a:bodyPr lIns="0" tIns="0" rIns="0" bIns="0">
            <a:normAutofit/>
          </a:bodyPr>
          <a:lstStyle>
            <a:lvl1pPr marL="0" indent="0">
              <a:buNone/>
              <a:defRPr sz="1333">
                <a:solidFill>
                  <a:schemeClr val="dk1"/>
                </a:solidFill>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a:t>Click to edit Master text styles</a:t>
            </a:r>
          </a:p>
        </p:txBody>
      </p:sp>
      <p:sp>
        <p:nvSpPr>
          <p:cNvPr id="19" name="Plassholder for tekst 2">
            <a:extLst>
              <a:ext uri="{FF2B5EF4-FFF2-40B4-BE49-F238E27FC236}">
                <a16:creationId xmlns:a16="http://schemas.microsoft.com/office/drawing/2014/main" id="{EDDAF262-3F85-4268-1D0E-B99E85D6D4CA}"/>
              </a:ext>
            </a:extLst>
          </p:cNvPr>
          <p:cNvSpPr>
            <a:spLocks noGrp="1"/>
          </p:cNvSpPr>
          <p:nvPr>
            <p:ph type="body" idx="16" hasCustomPrompt="1"/>
          </p:nvPr>
        </p:nvSpPr>
        <p:spPr>
          <a:xfrm>
            <a:off x="332737" y="1716642"/>
            <a:ext cx="1865787" cy="423279"/>
          </a:xfrm>
        </p:spPr>
        <p:txBody>
          <a:bodyPr>
            <a:normAutofit/>
          </a:bodyPr>
          <a:lstStyle>
            <a:lvl1pPr marL="0" indent="0">
              <a:buNone/>
              <a:defRPr sz="1867" b="1">
                <a:solidFill>
                  <a:schemeClr val="tx1">
                    <a:lumMod val="75000"/>
                    <a:lumOff val="25000"/>
                  </a:schemeClr>
                </a:solidFill>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nb-NO"/>
              <a:t>Image title</a:t>
            </a:r>
            <a:endParaRPr lang="nb-NO" dirty="0"/>
          </a:p>
        </p:txBody>
      </p:sp>
      <p:sp>
        <p:nvSpPr>
          <p:cNvPr id="10" name="Plassholder for tekst 2">
            <a:extLst>
              <a:ext uri="{FF2B5EF4-FFF2-40B4-BE49-F238E27FC236}">
                <a16:creationId xmlns:a16="http://schemas.microsoft.com/office/drawing/2014/main" id="{389BFBDA-6FEB-5AEE-D3D9-48302D56AC3A}"/>
              </a:ext>
            </a:extLst>
          </p:cNvPr>
          <p:cNvSpPr>
            <a:spLocks noGrp="1"/>
          </p:cNvSpPr>
          <p:nvPr>
            <p:ph type="body" idx="17"/>
          </p:nvPr>
        </p:nvSpPr>
        <p:spPr>
          <a:xfrm>
            <a:off x="6406451" y="4618800"/>
            <a:ext cx="5358829" cy="440120"/>
          </a:xfrm>
        </p:spPr>
        <p:txBody>
          <a:bodyPr lIns="0" tIns="0" rIns="0" bIns="0">
            <a:normAutofit/>
          </a:bodyPr>
          <a:lstStyle>
            <a:lvl1pPr marL="0" indent="0">
              <a:buNone/>
              <a:defRPr sz="1333">
                <a:solidFill>
                  <a:schemeClr val="dk1"/>
                </a:solidFill>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a:t>Click to edit Master text styles</a:t>
            </a:r>
          </a:p>
        </p:txBody>
      </p:sp>
      <p:sp>
        <p:nvSpPr>
          <p:cNvPr id="12" name="Plassholder for tekst 2">
            <a:extLst>
              <a:ext uri="{FF2B5EF4-FFF2-40B4-BE49-F238E27FC236}">
                <a16:creationId xmlns:a16="http://schemas.microsoft.com/office/drawing/2014/main" id="{5085BF08-CDC0-CC77-883E-5CBC4B4C7457}"/>
              </a:ext>
            </a:extLst>
          </p:cNvPr>
          <p:cNvSpPr>
            <a:spLocks noGrp="1"/>
          </p:cNvSpPr>
          <p:nvPr>
            <p:ph type="body" idx="18" hasCustomPrompt="1"/>
          </p:nvPr>
        </p:nvSpPr>
        <p:spPr>
          <a:xfrm>
            <a:off x="6312651" y="1716642"/>
            <a:ext cx="1865787" cy="423279"/>
          </a:xfrm>
        </p:spPr>
        <p:txBody>
          <a:bodyPr>
            <a:normAutofit/>
          </a:bodyPr>
          <a:lstStyle>
            <a:lvl1pPr marL="0" indent="0">
              <a:buNone/>
              <a:defRPr sz="1867" b="1">
                <a:solidFill>
                  <a:schemeClr val="tx1">
                    <a:lumMod val="75000"/>
                    <a:lumOff val="25000"/>
                  </a:schemeClr>
                </a:solidFill>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nb-NO"/>
              <a:t>Image title</a:t>
            </a:r>
            <a:endParaRPr lang="nb-NO" dirty="0"/>
          </a:p>
        </p:txBody>
      </p:sp>
      <p:sp>
        <p:nvSpPr>
          <p:cNvPr id="17" name="Plassholder for bilde 14">
            <a:extLst>
              <a:ext uri="{FF2B5EF4-FFF2-40B4-BE49-F238E27FC236}">
                <a16:creationId xmlns:a16="http://schemas.microsoft.com/office/drawing/2014/main" id="{AD4E5B8F-C995-72E6-AEF0-4D59D8BF8D6E}"/>
              </a:ext>
            </a:extLst>
          </p:cNvPr>
          <p:cNvSpPr>
            <a:spLocks noGrp="1"/>
          </p:cNvSpPr>
          <p:nvPr>
            <p:ph type="pic" sz="quarter" idx="14"/>
          </p:nvPr>
        </p:nvSpPr>
        <p:spPr>
          <a:xfrm>
            <a:off x="443280" y="2170800"/>
            <a:ext cx="5360400" cy="2313581"/>
          </a:xfrm>
          <a:prstGeom prst="rect">
            <a:avLst/>
          </a:prstGeom>
          <a:solidFill>
            <a:srgbClr val="BFBFBF"/>
          </a:solidFill>
        </p:spPr>
        <p:txBody>
          <a:bodyPr tIns="585211"/>
          <a:lstStyle>
            <a:lvl1pPr marL="228594" indent="-228594" algn="ctr" defTabSz="914377" rtl="0" eaLnBrk="1" latinLnBrk="0" hangingPunct="1">
              <a:lnSpc>
                <a:spcPct val="110000"/>
              </a:lnSpc>
              <a:spcBef>
                <a:spcPts val="0"/>
              </a:spcBef>
              <a:buFont typeface="Arial" panose="020B0604020202020204" pitchFamily="34" charset="0"/>
              <a:buNone/>
              <a:defRPr sz="1600"/>
            </a:lvl1pPr>
          </a:lstStyle>
          <a:p>
            <a:r>
              <a:rPr lang="en-US"/>
              <a:t>Click icon to add picture</a:t>
            </a:r>
            <a:endParaRPr lang="nb-NO" dirty="0"/>
          </a:p>
        </p:txBody>
      </p:sp>
      <p:sp>
        <p:nvSpPr>
          <p:cNvPr id="18" name="Plassholder for bilde 14">
            <a:extLst>
              <a:ext uri="{FF2B5EF4-FFF2-40B4-BE49-F238E27FC236}">
                <a16:creationId xmlns:a16="http://schemas.microsoft.com/office/drawing/2014/main" id="{7AA25ED2-2B13-7F77-0CA2-014714E0435F}"/>
              </a:ext>
            </a:extLst>
          </p:cNvPr>
          <p:cNvSpPr>
            <a:spLocks noGrp="1"/>
          </p:cNvSpPr>
          <p:nvPr>
            <p:ph type="pic" sz="quarter" idx="19"/>
          </p:nvPr>
        </p:nvSpPr>
        <p:spPr>
          <a:xfrm>
            <a:off x="6406451" y="2170800"/>
            <a:ext cx="5358829" cy="2313581"/>
          </a:xfrm>
          <a:prstGeom prst="rect">
            <a:avLst/>
          </a:prstGeom>
          <a:solidFill>
            <a:srgbClr val="BFBFBF"/>
          </a:solidFill>
        </p:spPr>
        <p:txBody>
          <a:bodyPr tIns="585211"/>
          <a:lstStyle>
            <a:lvl1pPr marL="228594" indent="-228594" algn="ctr" defTabSz="914377" rtl="0" eaLnBrk="1" latinLnBrk="0" hangingPunct="1">
              <a:lnSpc>
                <a:spcPct val="110000"/>
              </a:lnSpc>
              <a:spcBef>
                <a:spcPts val="0"/>
              </a:spcBef>
              <a:buFont typeface="Arial" panose="020B0604020202020204" pitchFamily="34" charset="0"/>
              <a:buNone/>
              <a:defRPr sz="1600"/>
            </a:lvl1pPr>
          </a:lstStyle>
          <a:p>
            <a:r>
              <a:rPr lang="en-US"/>
              <a:t>Click icon to add picture</a:t>
            </a:r>
            <a:endParaRPr lang="nb-NO" dirty="0"/>
          </a:p>
        </p:txBody>
      </p:sp>
      <p:sp>
        <p:nvSpPr>
          <p:cNvPr id="6" name="Undertittel 8">
            <a:extLst>
              <a:ext uri="{FF2B5EF4-FFF2-40B4-BE49-F238E27FC236}">
                <a16:creationId xmlns:a16="http://schemas.microsoft.com/office/drawing/2014/main" id="{FAF92E46-2021-321E-87E1-4B439A1328BA}"/>
              </a:ext>
            </a:extLst>
          </p:cNvPr>
          <p:cNvSpPr>
            <a:spLocks noGrp="1"/>
          </p:cNvSpPr>
          <p:nvPr>
            <p:ph type="subTitle" sz="quarter" idx="13"/>
          </p:nvPr>
        </p:nvSpPr>
        <p:spPr>
          <a:xfrm>
            <a:off x="451199" y="451201"/>
            <a:ext cx="7150085" cy="410369"/>
          </a:xfrm>
          <a:prstGeom prst="rect">
            <a:avLst/>
          </a:prstGeom>
        </p:spPr>
        <p:txBody>
          <a:bodyPr lIns="91440" tIns="45720" rIns="91440" bIns="45720"/>
          <a:lstStyle>
            <a:lvl1pPr marL="0" indent="0" algn="l">
              <a:buNone/>
              <a:defRPr sz="1867"/>
            </a:lvl1pPr>
            <a:lvl2pPr marL="609585" indent="0" algn="ctr">
              <a:buNone/>
            </a:lvl2pPr>
            <a:lvl3pPr marL="1219170" indent="0" algn="ctr">
              <a:buNone/>
            </a:lvl3pPr>
            <a:lvl4pPr marL="1828754" indent="0" algn="ctr">
              <a:buNone/>
            </a:lvl4pPr>
            <a:lvl5pPr marL="2438339" indent="0" algn="ctr">
              <a:buNone/>
            </a:lvl5pPr>
            <a:lvl6pPr marL="3047924" indent="0" algn="ctr">
              <a:buNone/>
            </a:lvl6pPr>
            <a:lvl7pPr marL="3657509" indent="0" algn="ctr">
              <a:buNone/>
            </a:lvl7pPr>
            <a:lvl8pPr marL="4267093" indent="0" algn="ctr">
              <a:buNone/>
            </a:lvl8pPr>
            <a:lvl9pPr marL="4876678" indent="0" algn="ctr">
              <a:buNone/>
            </a:lvl9pPr>
          </a:lstStyle>
          <a:p>
            <a:r>
              <a:rPr lang="en-US"/>
              <a:t>Click to edit Master subtitle style</a:t>
            </a:r>
            <a:endParaRPr lang="nb-NO" dirty="0"/>
          </a:p>
        </p:txBody>
      </p:sp>
    </p:spTree>
    <p:extLst>
      <p:ext uri="{BB962C8B-B14F-4D97-AF65-F5344CB8AC3E}">
        <p14:creationId xmlns:p14="http://schemas.microsoft.com/office/powerpoint/2010/main" val="416495366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subtitle and large picture">
    <p:spTree>
      <p:nvGrpSpPr>
        <p:cNvPr id="1" name=""/>
        <p:cNvGrpSpPr/>
        <p:nvPr/>
      </p:nvGrpSpPr>
      <p:grpSpPr>
        <a:xfrm>
          <a:off x="0" y="0"/>
          <a:ext cx="0" cy="0"/>
          <a:chOff x="0" y="0"/>
          <a:chExt cx="0" cy="0"/>
        </a:xfrm>
      </p:grpSpPr>
      <p:sp>
        <p:nvSpPr>
          <p:cNvPr id="7" name="Plassholder for bilde 14">
            <a:extLst>
              <a:ext uri="{FF2B5EF4-FFF2-40B4-BE49-F238E27FC236}">
                <a16:creationId xmlns:a16="http://schemas.microsoft.com/office/drawing/2014/main" id="{5D42AF83-3B9D-4CBE-EC82-367EAF3B4214}"/>
              </a:ext>
            </a:extLst>
          </p:cNvPr>
          <p:cNvSpPr>
            <a:spLocks noGrp="1"/>
          </p:cNvSpPr>
          <p:nvPr>
            <p:ph type="pic" sz="quarter" idx="14"/>
          </p:nvPr>
        </p:nvSpPr>
        <p:spPr>
          <a:xfrm>
            <a:off x="450695" y="1680001"/>
            <a:ext cx="11298025" cy="4394712"/>
          </a:xfrm>
          <a:prstGeom prst="rect">
            <a:avLst/>
          </a:prstGeom>
          <a:solidFill>
            <a:srgbClr val="BFBFBF"/>
          </a:solidFill>
        </p:spPr>
        <p:txBody>
          <a:bodyPr tIns="585211"/>
          <a:lstStyle>
            <a:lvl1pPr marL="228594" indent="-228594" algn="ctr" defTabSz="914377" rtl="0" eaLnBrk="1" latinLnBrk="0" hangingPunct="1">
              <a:lnSpc>
                <a:spcPct val="110000"/>
              </a:lnSpc>
              <a:spcBef>
                <a:spcPts val="0"/>
              </a:spcBef>
              <a:buFont typeface="Arial" panose="020B0604020202020204" pitchFamily="34" charset="0"/>
              <a:buNone/>
              <a:defRPr sz="1600"/>
            </a:lvl1pPr>
          </a:lstStyle>
          <a:p>
            <a:r>
              <a:rPr lang="en-US"/>
              <a:t>Click icon to add picture</a:t>
            </a:r>
            <a:endParaRPr lang="nb-NO" dirty="0"/>
          </a:p>
        </p:txBody>
      </p:sp>
      <p:sp>
        <p:nvSpPr>
          <p:cNvPr id="2" name="Tittel 1">
            <a:extLst>
              <a:ext uri="{FF2B5EF4-FFF2-40B4-BE49-F238E27FC236}">
                <a16:creationId xmlns:a16="http://schemas.microsoft.com/office/drawing/2014/main" id="{C2CAA88D-66DB-0E1B-1A8B-D51EDBE100A9}"/>
              </a:ext>
            </a:extLst>
          </p:cNvPr>
          <p:cNvSpPr>
            <a:spLocks noGrp="1"/>
          </p:cNvSpPr>
          <p:nvPr>
            <p:ph type="title"/>
          </p:nvPr>
        </p:nvSpPr>
        <p:spPr/>
        <p:txBody>
          <a:bodyPr/>
          <a:lstStyle/>
          <a:p>
            <a:r>
              <a:rPr lang="en-US"/>
              <a:t>Click to edit Master title style</a:t>
            </a:r>
            <a:endParaRPr lang="nb-NO" dirty="0"/>
          </a:p>
        </p:txBody>
      </p:sp>
      <p:sp>
        <p:nvSpPr>
          <p:cNvPr id="3" name="Plassholder for dato 2">
            <a:extLst>
              <a:ext uri="{FF2B5EF4-FFF2-40B4-BE49-F238E27FC236}">
                <a16:creationId xmlns:a16="http://schemas.microsoft.com/office/drawing/2014/main" id="{3B8629A8-CB04-0400-A93A-F5548ED97ABF}"/>
              </a:ext>
            </a:extLst>
          </p:cNvPr>
          <p:cNvSpPr>
            <a:spLocks noGrp="1"/>
          </p:cNvSpPr>
          <p:nvPr>
            <p:ph type="dt" sz="half" idx="10"/>
          </p:nvPr>
        </p:nvSpPr>
        <p:spPr>
          <a:xfrm>
            <a:off x="0" y="-257361"/>
            <a:ext cx="0" cy="205184"/>
          </a:xfrm>
          <a:prstGeom prst="rect">
            <a:avLst/>
          </a:prstGeom>
        </p:spPr>
        <p:txBody>
          <a:bodyPr/>
          <a:lstStyle/>
          <a:p>
            <a:fld id="{8049B0F7-39AE-40BC-8497-581B83AC5F34}" type="datetime1">
              <a:rPr lang="nb-NO" smtClean="0"/>
              <a:pPr/>
              <a:t>06.01.2025</a:t>
            </a:fld>
            <a:endParaRPr lang="nb-NO" dirty="0"/>
          </a:p>
        </p:txBody>
      </p:sp>
      <p:sp>
        <p:nvSpPr>
          <p:cNvPr id="4" name="Plassholder for bunntekst 3">
            <a:extLst>
              <a:ext uri="{FF2B5EF4-FFF2-40B4-BE49-F238E27FC236}">
                <a16:creationId xmlns:a16="http://schemas.microsoft.com/office/drawing/2014/main" id="{3A1D5011-1190-CA7E-4ED4-231055331965}"/>
              </a:ext>
            </a:extLst>
          </p:cNvPr>
          <p:cNvSpPr>
            <a:spLocks noGrp="1"/>
          </p:cNvSpPr>
          <p:nvPr>
            <p:ph type="ftr" sz="quarter" idx="11"/>
          </p:nvPr>
        </p:nvSpPr>
        <p:spPr>
          <a:xfrm>
            <a:off x="2146100" y="6150583"/>
            <a:ext cx="2269381" cy="246221"/>
          </a:xfrm>
          <a:prstGeom prst="rect">
            <a:avLst/>
          </a:prstGeom>
        </p:spPr>
        <p:txBody>
          <a:bodyPr/>
          <a:lstStyle/>
          <a:p>
            <a:r>
              <a:rPr lang="en-US" dirty="0"/>
              <a:t>See Statement of Proprietary information</a:t>
            </a:r>
            <a:endParaRPr lang="nb-NO" dirty="0"/>
          </a:p>
        </p:txBody>
      </p:sp>
      <p:sp>
        <p:nvSpPr>
          <p:cNvPr id="5" name="Plassholder for lysbildenummer 4">
            <a:extLst>
              <a:ext uri="{FF2B5EF4-FFF2-40B4-BE49-F238E27FC236}">
                <a16:creationId xmlns:a16="http://schemas.microsoft.com/office/drawing/2014/main" id="{D4EDD2DD-5B54-3B10-A9F6-04C0E36A5671}"/>
              </a:ext>
            </a:extLst>
          </p:cNvPr>
          <p:cNvSpPr>
            <a:spLocks noGrp="1"/>
          </p:cNvSpPr>
          <p:nvPr>
            <p:ph type="sldNum" sz="quarter" idx="12"/>
          </p:nvPr>
        </p:nvSpPr>
        <p:spPr/>
        <p:txBody>
          <a:bodyPr/>
          <a:lstStyle/>
          <a:p>
            <a:fld id="{75567799-16DF-41EB-91D4-5F77DECB4B9E}" type="slidenum">
              <a:rPr lang="nb-NO" smtClean="0"/>
              <a:pPr/>
              <a:t>‹#›</a:t>
            </a:fld>
            <a:endParaRPr lang="nb-NO" dirty="0"/>
          </a:p>
        </p:txBody>
      </p:sp>
      <p:sp>
        <p:nvSpPr>
          <p:cNvPr id="6" name="Undertittel 8">
            <a:extLst>
              <a:ext uri="{FF2B5EF4-FFF2-40B4-BE49-F238E27FC236}">
                <a16:creationId xmlns:a16="http://schemas.microsoft.com/office/drawing/2014/main" id="{F5734285-3547-3815-723A-0E5BE52155AD}"/>
              </a:ext>
            </a:extLst>
          </p:cNvPr>
          <p:cNvSpPr>
            <a:spLocks noGrp="1"/>
          </p:cNvSpPr>
          <p:nvPr>
            <p:ph type="subTitle" sz="quarter" idx="13"/>
          </p:nvPr>
        </p:nvSpPr>
        <p:spPr>
          <a:xfrm>
            <a:off x="451199" y="451201"/>
            <a:ext cx="7150085" cy="410369"/>
          </a:xfrm>
          <a:prstGeom prst="rect">
            <a:avLst/>
          </a:prstGeom>
        </p:spPr>
        <p:txBody>
          <a:bodyPr lIns="91440" tIns="45720" rIns="91440" bIns="45720"/>
          <a:lstStyle>
            <a:lvl1pPr marL="0" indent="0" algn="l">
              <a:buNone/>
              <a:defRPr sz="1867"/>
            </a:lvl1pPr>
            <a:lvl2pPr marL="609585" indent="0" algn="ctr">
              <a:buNone/>
            </a:lvl2pPr>
            <a:lvl3pPr marL="1219170" indent="0" algn="ctr">
              <a:buNone/>
            </a:lvl3pPr>
            <a:lvl4pPr marL="1828754" indent="0" algn="ctr">
              <a:buNone/>
            </a:lvl4pPr>
            <a:lvl5pPr marL="2438339" indent="0" algn="ctr">
              <a:buNone/>
            </a:lvl5pPr>
            <a:lvl6pPr marL="3047924" indent="0" algn="ctr">
              <a:buNone/>
            </a:lvl6pPr>
            <a:lvl7pPr marL="3657509" indent="0" algn="ctr">
              <a:buNone/>
            </a:lvl7pPr>
            <a:lvl8pPr marL="4267093" indent="0" algn="ctr">
              <a:buNone/>
            </a:lvl8pPr>
            <a:lvl9pPr marL="4876678" indent="0" algn="ctr">
              <a:buNone/>
            </a:lvl9pPr>
          </a:lstStyle>
          <a:p>
            <a:r>
              <a:rPr lang="en-US"/>
              <a:t>Click to edit Master subtitle style</a:t>
            </a:r>
            <a:endParaRPr lang="nb-NO" dirty="0"/>
          </a:p>
        </p:txBody>
      </p:sp>
    </p:spTree>
    <p:extLst>
      <p:ext uri="{BB962C8B-B14F-4D97-AF65-F5344CB8AC3E}">
        <p14:creationId xmlns:p14="http://schemas.microsoft.com/office/powerpoint/2010/main" val="181399239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itle, picture and 3 boxes with text">
    <p:spTree>
      <p:nvGrpSpPr>
        <p:cNvPr id="1" name=""/>
        <p:cNvGrpSpPr/>
        <p:nvPr/>
      </p:nvGrpSpPr>
      <p:grpSpPr>
        <a:xfrm>
          <a:off x="0" y="0"/>
          <a:ext cx="0" cy="0"/>
          <a:chOff x="0" y="0"/>
          <a:chExt cx="0" cy="0"/>
        </a:xfrm>
      </p:grpSpPr>
      <p:sp>
        <p:nvSpPr>
          <p:cNvPr id="9" name="Plassholder for bilde 14">
            <a:extLst>
              <a:ext uri="{FF2B5EF4-FFF2-40B4-BE49-F238E27FC236}">
                <a16:creationId xmlns:a16="http://schemas.microsoft.com/office/drawing/2014/main" id="{F3C8B49C-47D1-6A2E-92FF-D50771E89B93}"/>
              </a:ext>
            </a:extLst>
          </p:cNvPr>
          <p:cNvSpPr>
            <a:spLocks noGrp="1"/>
          </p:cNvSpPr>
          <p:nvPr>
            <p:ph type="pic" sz="quarter" idx="14" hasCustomPrompt="1"/>
          </p:nvPr>
        </p:nvSpPr>
        <p:spPr>
          <a:xfrm>
            <a:off x="-14422" y="85"/>
            <a:ext cx="12203716" cy="3023915"/>
          </a:xfrm>
          <a:prstGeom prst="rect">
            <a:avLst/>
          </a:prstGeom>
          <a:solidFill>
            <a:srgbClr val="BFBFBF"/>
          </a:solidFill>
        </p:spPr>
        <p:txBody>
          <a:bodyPr tIns="90000"/>
          <a:lstStyle>
            <a:lvl1pPr marL="228594" indent="-228594" algn="ctr" defTabSz="914377" rtl="0" eaLnBrk="1" latinLnBrk="0" hangingPunct="1">
              <a:lnSpc>
                <a:spcPct val="110000"/>
              </a:lnSpc>
              <a:spcBef>
                <a:spcPts val="0"/>
              </a:spcBef>
              <a:buFont typeface="Arial" panose="020B0604020202020204" pitchFamily="34" charset="0"/>
              <a:buNone/>
              <a:defRPr sz="1600">
                <a:solidFill>
                  <a:schemeClr val="lt1"/>
                </a:solidFill>
              </a:defRPr>
            </a:lvl1pPr>
          </a:lstStyle>
          <a:p>
            <a:r>
              <a:rPr lang="nb-NO"/>
              <a:t>Insert picture here via «Insert» -&gt; «Picture»</a:t>
            </a:r>
            <a:endParaRPr lang="nb-NO" dirty="0"/>
          </a:p>
        </p:txBody>
      </p:sp>
      <p:sp>
        <p:nvSpPr>
          <p:cNvPr id="11" name="Plassholder for tekst 9">
            <a:extLst>
              <a:ext uri="{FF2B5EF4-FFF2-40B4-BE49-F238E27FC236}">
                <a16:creationId xmlns:a16="http://schemas.microsoft.com/office/drawing/2014/main" id="{167F0511-CF07-0F43-2B48-C8A75B172362}"/>
              </a:ext>
            </a:extLst>
          </p:cNvPr>
          <p:cNvSpPr>
            <a:spLocks noGrp="1"/>
          </p:cNvSpPr>
          <p:nvPr>
            <p:ph type="body" sz="quarter" idx="16" hasCustomPrompt="1"/>
          </p:nvPr>
        </p:nvSpPr>
        <p:spPr>
          <a:xfrm rot="5400000">
            <a:off x="3297067" y="-3297067"/>
            <a:ext cx="3024000" cy="9618133"/>
          </a:xfrm>
          <a:prstGeom prst="rect">
            <a:avLst/>
          </a:prstGeom>
          <a:gradFill>
            <a:gsLst>
              <a:gs pos="0">
                <a:schemeClr val="tx1">
                  <a:alpha val="0"/>
                </a:schemeClr>
              </a:gs>
              <a:gs pos="99000">
                <a:schemeClr val="tx1">
                  <a:alpha val="29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a:defRPr lang="nb-NO" sz="1800" dirty="0">
                <a:solidFill>
                  <a:schemeClr val="lt1"/>
                </a:solidFill>
                <a:latin typeface="Calibri Light" panose="020F0302020204030204" pitchFamily="34" charset="0"/>
                <a:cs typeface="Calibri Light" panose="020F0302020204030204" pitchFamily="34" charset="0"/>
              </a:defRPr>
            </a:lvl1pPr>
          </a:lstStyle>
          <a:p>
            <a:pPr marL="0" lvl="0" algn="ctr"/>
            <a:r>
              <a:rPr lang="nb-NO"/>
              <a:t> </a:t>
            </a:r>
            <a:endParaRPr lang="nb-NO" dirty="0"/>
          </a:p>
        </p:txBody>
      </p:sp>
      <p:sp>
        <p:nvSpPr>
          <p:cNvPr id="2" name="Tittel 1">
            <a:extLst>
              <a:ext uri="{FF2B5EF4-FFF2-40B4-BE49-F238E27FC236}">
                <a16:creationId xmlns:a16="http://schemas.microsoft.com/office/drawing/2014/main" id="{A1DE243B-5FE4-BAF0-2D61-0F6AB3FDCC25}"/>
              </a:ext>
            </a:extLst>
          </p:cNvPr>
          <p:cNvSpPr>
            <a:spLocks noGrp="1"/>
          </p:cNvSpPr>
          <p:nvPr>
            <p:ph type="title"/>
          </p:nvPr>
        </p:nvSpPr>
        <p:spPr/>
        <p:txBody>
          <a:bodyPr/>
          <a:lstStyle>
            <a:lvl1pPr>
              <a:defRPr>
                <a:solidFill>
                  <a:schemeClr val="lt1"/>
                </a:solidFill>
              </a:defRPr>
            </a:lvl1pPr>
          </a:lstStyle>
          <a:p>
            <a:r>
              <a:rPr lang="en-US"/>
              <a:t>Click to edit Master title style</a:t>
            </a:r>
            <a:endParaRPr lang="nb-NO" dirty="0"/>
          </a:p>
        </p:txBody>
      </p:sp>
      <p:sp>
        <p:nvSpPr>
          <p:cNvPr id="3" name="Plassholder for dato 2">
            <a:extLst>
              <a:ext uri="{FF2B5EF4-FFF2-40B4-BE49-F238E27FC236}">
                <a16:creationId xmlns:a16="http://schemas.microsoft.com/office/drawing/2014/main" id="{B6B5B48C-0730-7FFF-BC01-206938983590}"/>
              </a:ext>
            </a:extLst>
          </p:cNvPr>
          <p:cNvSpPr>
            <a:spLocks noGrp="1"/>
          </p:cNvSpPr>
          <p:nvPr>
            <p:ph type="dt" sz="half" idx="10"/>
          </p:nvPr>
        </p:nvSpPr>
        <p:spPr>
          <a:xfrm>
            <a:off x="0" y="-257361"/>
            <a:ext cx="0" cy="205184"/>
          </a:xfrm>
          <a:prstGeom prst="rect">
            <a:avLst/>
          </a:prstGeom>
        </p:spPr>
        <p:txBody>
          <a:bodyPr/>
          <a:lstStyle/>
          <a:p>
            <a:fld id="{8049B0F7-39AE-40BC-8497-581B83AC5F34}" type="datetime1">
              <a:rPr lang="nb-NO" smtClean="0"/>
              <a:pPr/>
              <a:t>06.01.2025</a:t>
            </a:fld>
            <a:endParaRPr lang="nb-NO" dirty="0"/>
          </a:p>
        </p:txBody>
      </p:sp>
      <p:sp>
        <p:nvSpPr>
          <p:cNvPr id="4" name="Plassholder for bunntekst 3">
            <a:extLst>
              <a:ext uri="{FF2B5EF4-FFF2-40B4-BE49-F238E27FC236}">
                <a16:creationId xmlns:a16="http://schemas.microsoft.com/office/drawing/2014/main" id="{1E0D3769-C5E6-51ED-EADD-53B1888A57F9}"/>
              </a:ext>
            </a:extLst>
          </p:cNvPr>
          <p:cNvSpPr>
            <a:spLocks noGrp="1"/>
          </p:cNvSpPr>
          <p:nvPr>
            <p:ph type="ftr" sz="quarter" idx="11"/>
          </p:nvPr>
        </p:nvSpPr>
        <p:spPr>
          <a:xfrm>
            <a:off x="2146100" y="6150583"/>
            <a:ext cx="2269381" cy="246221"/>
          </a:xfrm>
          <a:prstGeom prst="rect">
            <a:avLst/>
          </a:prstGeom>
        </p:spPr>
        <p:txBody>
          <a:bodyPr/>
          <a:lstStyle/>
          <a:p>
            <a:r>
              <a:rPr lang="en-US" dirty="0"/>
              <a:t>See Statement of Proprietary information</a:t>
            </a:r>
            <a:endParaRPr lang="nb-NO" dirty="0"/>
          </a:p>
        </p:txBody>
      </p:sp>
      <p:sp>
        <p:nvSpPr>
          <p:cNvPr id="5" name="Plassholder for lysbildenummer 4">
            <a:extLst>
              <a:ext uri="{FF2B5EF4-FFF2-40B4-BE49-F238E27FC236}">
                <a16:creationId xmlns:a16="http://schemas.microsoft.com/office/drawing/2014/main" id="{35B1A9C7-11A8-60AB-D47B-A4A96AF2E0A3}"/>
              </a:ext>
            </a:extLst>
          </p:cNvPr>
          <p:cNvSpPr>
            <a:spLocks noGrp="1"/>
          </p:cNvSpPr>
          <p:nvPr>
            <p:ph type="sldNum" sz="quarter" idx="12"/>
          </p:nvPr>
        </p:nvSpPr>
        <p:spPr/>
        <p:txBody>
          <a:bodyPr/>
          <a:lstStyle/>
          <a:p>
            <a:fld id="{75567799-16DF-41EB-91D4-5F77DECB4B9E}" type="slidenum">
              <a:rPr lang="nb-NO" smtClean="0"/>
              <a:pPr/>
              <a:t>‹#›</a:t>
            </a:fld>
            <a:endParaRPr lang="nb-NO" dirty="0"/>
          </a:p>
        </p:txBody>
      </p:sp>
      <p:sp>
        <p:nvSpPr>
          <p:cNvPr id="6" name="Undertittel 11">
            <a:extLst>
              <a:ext uri="{FF2B5EF4-FFF2-40B4-BE49-F238E27FC236}">
                <a16:creationId xmlns:a16="http://schemas.microsoft.com/office/drawing/2014/main" id="{5759CF2D-78B3-15E8-7D99-4AB19ED1AF1B}"/>
              </a:ext>
            </a:extLst>
          </p:cNvPr>
          <p:cNvSpPr>
            <a:spLocks noGrp="1"/>
          </p:cNvSpPr>
          <p:nvPr>
            <p:ph type="subTitle" sz="quarter" idx="15"/>
          </p:nvPr>
        </p:nvSpPr>
        <p:spPr>
          <a:xfrm>
            <a:off x="451200" y="451202"/>
            <a:ext cx="10555869" cy="410369"/>
          </a:xfrm>
          <a:prstGeom prst="rect">
            <a:avLst/>
          </a:prstGeom>
        </p:spPr>
        <p:txBody>
          <a:bodyPr lIns="91440" tIns="45720" rIns="91440" bIns="45720" anchor="b"/>
          <a:lstStyle>
            <a:lvl1pPr marL="0" indent="0" algn="l">
              <a:buNone/>
              <a:defRPr sz="1867">
                <a:solidFill>
                  <a:schemeClr val="lt1"/>
                </a:solidFill>
              </a:defRPr>
            </a:lvl1pPr>
            <a:lvl2pPr marL="609585" indent="0" algn="ctr">
              <a:buNone/>
            </a:lvl2pPr>
            <a:lvl3pPr marL="1219170" indent="0" algn="ctr">
              <a:buNone/>
            </a:lvl3pPr>
            <a:lvl4pPr marL="1828754" indent="0" algn="ctr">
              <a:buNone/>
            </a:lvl4pPr>
            <a:lvl5pPr marL="2438339" indent="0" algn="ctr">
              <a:buNone/>
            </a:lvl5pPr>
            <a:lvl6pPr marL="3047924" indent="0" algn="ctr">
              <a:buNone/>
            </a:lvl6pPr>
            <a:lvl7pPr marL="3657509" indent="0" algn="ctr">
              <a:buNone/>
            </a:lvl7pPr>
            <a:lvl8pPr marL="4267093" indent="0" algn="ctr">
              <a:buNone/>
            </a:lvl8pPr>
            <a:lvl9pPr marL="4876678" indent="0" algn="ctr">
              <a:buNone/>
            </a:lvl9pPr>
          </a:lstStyle>
          <a:p>
            <a:r>
              <a:rPr lang="en-US"/>
              <a:t>Click to edit Master subtitle style</a:t>
            </a:r>
            <a:endParaRPr lang="nb-NO" dirty="0"/>
          </a:p>
        </p:txBody>
      </p:sp>
      <p:sp>
        <p:nvSpPr>
          <p:cNvPr id="21" name="Plassholder for innhold 2">
            <a:extLst>
              <a:ext uri="{FF2B5EF4-FFF2-40B4-BE49-F238E27FC236}">
                <a16:creationId xmlns:a16="http://schemas.microsoft.com/office/drawing/2014/main" id="{69348016-6C34-1237-218E-4C40A2568A3F}"/>
              </a:ext>
            </a:extLst>
          </p:cNvPr>
          <p:cNvSpPr>
            <a:spLocks noGrp="1"/>
          </p:cNvSpPr>
          <p:nvPr>
            <p:ph idx="17"/>
          </p:nvPr>
        </p:nvSpPr>
        <p:spPr>
          <a:xfrm>
            <a:off x="4483173" y="1945701"/>
            <a:ext cx="3208527" cy="4129011"/>
          </a:xfrm>
          <a:solidFill>
            <a:srgbClr val="36A698"/>
          </a:solidFill>
        </p:spPr>
        <p:txBody>
          <a:bodyPr/>
          <a:lstStyle>
            <a:lvl1pPr>
              <a:defRPr>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dirty="0"/>
          </a:p>
        </p:txBody>
      </p:sp>
      <p:sp>
        <p:nvSpPr>
          <p:cNvPr id="23" name="Plassholder for innhold 2">
            <a:extLst>
              <a:ext uri="{FF2B5EF4-FFF2-40B4-BE49-F238E27FC236}">
                <a16:creationId xmlns:a16="http://schemas.microsoft.com/office/drawing/2014/main" id="{C13CB7D2-6BDC-EACB-3958-34010478E2E3}"/>
              </a:ext>
            </a:extLst>
          </p:cNvPr>
          <p:cNvSpPr>
            <a:spLocks noGrp="1"/>
          </p:cNvSpPr>
          <p:nvPr>
            <p:ph idx="18"/>
          </p:nvPr>
        </p:nvSpPr>
        <p:spPr>
          <a:xfrm>
            <a:off x="8540193" y="1945701"/>
            <a:ext cx="3208527" cy="4129011"/>
          </a:xfrm>
          <a:solidFill>
            <a:srgbClr val="36A698"/>
          </a:solidFill>
        </p:spPr>
        <p:txBody>
          <a:bodyPr/>
          <a:lstStyle>
            <a:lvl1pPr>
              <a:defRPr>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dirty="0"/>
          </a:p>
        </p:txBody>
      </p:sp>
      <p:sp>
        <p:nvSpPr>
          <p:cNvPr id="24" name="Plassholder for innhold 2">
            <a:extLst>
              <a:ext uri="{FF2B5EF4-FFF2-40B4-BE49-F238E27FC236}">
                <a16:creationId xmlns:a16="http://schemas.microsoft.com/office/drawing/2014/main" id="{DCA6E2E3-0B7B-937F-B8F0-5FD89F50BC30}"/>
              </a:ext>
            </a:extLst>
          </p:cNvPr>
          <p:cNvSpPr>
            <a:spLocks noGrp="1"/>
          </p:cNvSpPr>
          <p:nvPr>
            <p:ph idx="1"/>
          </p:nvPr>
        </p:nvSpPr>
        <p:spPr>
          <a:xfrm>
            <a:off x="450694" y="1963390"/>
            <a:ext cx="3208527" cy="4111729"/>
          </a:xfrm>
          <a:solidFill>
            <a:srgbClr val="36A698"/>
          </a:solidFill>
        </p:spPr>
        <p:txBody>
          <a:bodyPr/>
          <a:lstStyle>
            <a:lvl1pPr>
              <a:defRPr>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dirty="0"/>
          </a:p>
        </p:txBody>
      </p:sp>
    </p:spTree>
    <p:extLst>
      <p:ext uri="{BB962C8B-B14F-4D97-AF65-F5344CB8AC3E}">
        <p14:creationId xmlns:p14="http://schemas.microsoft.com/office/powerpoint/2010/main" val="32730980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Title, text and picture #3">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6F553747-2654-F532-A5F7-E42586E63CA6}"/>
              </a:ext>
            </a:extLst>
          </p:cNvPr>
          <p:cNvSpPr>
            <a:spLocks noGrp="1"/>
          </p:cNvSpPr>
          <p:nvPr>
            <p:ph type="title"/>
          </p:nvPr>
        </p:nvSpPr>
        <p:spPr>
          <a:xfrm>
            <a:off x="450693" y="783289"/>
            <a:ext cx="5056728" cy="656591"/>
          </a:xfrm>
        </p:spPr>
        <p:txBody>
          <a:bodyPr/>
          <a:lstStyle/>
          <a:p>
            <a:r>
              <a:rPr lang="en-US"/>
              <a:t>Click to edit Master title style</a:t>
            </a:r>
            <a:endParaRPr lang="nb-NO" dirty="0"/>
          </a:p>
        </p:txBody>
      </p:sp>
      <p:sp>
        <p:nvSpPr>
          <p:cNvPr id="4" name="Plassholder for dato 3">
            <a:extLst>
              <a:ext uri="{FF2B5EF4-FFF2-40B4-BE49-F238E27FC236}">
                <a16:creationId xmlns:a16="http://schemas.microsoft.com/office/drawing/2014/main" id="{6415BFFD-4019-4E4D-29DD-0B9F958E993C}"/>
              </a:ext>
            </a:extLst>
          </p:cNvPr>
          <p:cNvSpPr>
            <a:spLocks noGrp="1"/>
          </p:cNvSpPr>
          <p:nvPr>
            <p:ph type="dt" sz="half" idx="10"/>
          </p:nvPr>
        </p:nvSpPr>
        <p:spPr>
          <a:xfrm>
            <a:off x="0" y="-257361"/>
            <a:ext cx="0" cy="205184"/>
          </a:xfrm>
          <a:prstGeom prst="rect">
            <a:avLst/>
          </a:prstGeom>
        </p:spPr>
        <p:txBody>
          <a:bodyPr/>
          <a:lstStyle/>
          <a:p>
            <a:fld id="{0CFF321A-25EE-45DB-97BB-8AC4499437FF}" type="datetime1">
              <a:rPr lang="nb-NO" smtClean="0"/>
              <a:t>06.01.2025</a:t>
            </a:fld>
            <a:endParaRPr lang="nb-NO" dirty="0"/>
          </a:p>
        </p:txBody>
      </p:sp>
      <p:sp>
        <p:nvSpPr>
          <p:cNvPr id="5" name="Plassholder for bunntekst 4">
            <a:extLst>
              <a:ext uri="{FF2B5EF4-FFF2-40B4-BE49-F238E27FC236}">
                <a16:creationId xmlns:a16="http://schemas.microsoft.com/office/drawing/2014/main" id="{A85F14F5-4F21-522C-2C06-48F1BC0A4CA7}"/>
              </a:ext>
            </a:extLst>
          </p:cNvPr>
          <p:cNvSpPr>
            <a:spLocks noGrp="1"/>
          </p:cNvSpPr>
          <p:nvPr>
            <p:ph type="ftr" sz="quarter" idx="11"/>
          </p:nvPr>
        </p:nvSpPr>
        <p:spPr>
          <a:xfrm>
            <a:off x="2146100" y="6150583"/>
            <a:ext cx="2269381" cy="246221"/>
          </a:xfrm>
          <a:prstGeom prst="rect">
            <a:avLst/>
          </a:prstGeom>
        </p:spPr>
        <p:txBody>
          <a:bodyPr/>
          <a:lstStyle/>
          <a:p>
            <a:r>
              <a:rPr lang="en-US" dirty="0"/>
              <a:t>See Statement of Proprietary information</a:t>
            </a:r>
            <a:endParaRPr lang="nb-NO" dirty="0"/>
          </a:p>
        </p:txBody>
      </p:sp>
      <p:sp>
        <p:nvSpPr>
          <p:cNvPr id="6" name="Plassholder for lysbildenummer 5">
            <a:extLst>
              <a:ext uri="{FF2B5EF4-FFF2-40B4-BE49-F238E27FC236}">
                <a16:creationId xmlns:a16="http://schemas.microsoft.com/office/drawing/2014/main" id="{136D1912-578F-7E68-51E9-27B2F00DCDD5}"/>
              </a:ext>
            </a:extLst>
          </p:cNvPr>
          <p:cNvSpPr>
            <a:spLocks noGrp="1"/>
          </p:cNvSpPr>
          <p:nvPr>
            <p:ph type="sldNum" sz="quarter" idx="12"/>
          </p:nvPr>
        </p:nvSpPr>
        <p:spPr/>
        <p:txBody>
          <a:bodyPr/>
          <a:lstStyle>
            <a:lvl1pPr>
              <a:defRPr>
                <a:solidFill>
                  <a:schemeClr val="lt1"/>
                </a:solidFill>
              </a:defRPr>
            </a:lvl1pPr>
          </a:lstStyle>
          <a:p>
            <a:fld id="{75567799-16DF-41EB-91D4-5F77DECB4B9E}" type="slidenum">
              <a:rPr lang="nb-NO" smtClean="0"/>
              <a:pPr/>
              <a:t>‹#›</a:t>
            </a:fld>
            <a:endParaRPr lang="nb-NO" dirty="0"/>
          </a:p>
        </p:txBody>
      </p:sp>
      <p:sp>
        <p:nvSpPr>
          <p:cNvPr id="10" name="Undertittel 8">
            <a:extLst>
              <a:ext uri="{FF2B5EF4-FFF2-40B4-BE49-F238E27FC236}">
                <a16:creationId xmlns:a16="http://schemas.microsoft.com/office/drawing/2014/main" id="{5701DB25-AA45-E795-20F5-DD730B0E8C89}"/>
              </a:ext>
            </a:extLst>
          </p:cNvPr>
          <p:cNvSpPr>
            <a:spLocks noGrp="1"/>
          </p:cNvSpPr>
          <p:nvPr>
            <p:ph type="subTitle" sz="quarter" idx="13"/>
          </p:nvPr>
        </p:nvSpPr>
        <p:spPr>
          <a:xfrm>
            <a:off x="451199" y="451201"/>
            <a:ext cx="5056728" cy="410369"/>
          </a:xfrm>
          <a:prstGeom prst="rect">
            <a:avLst/>
          </a:prstGeom>
        </p:spPr>
        <p:txBody>
          <a:bodyPr lIns="91440" tIns="45720" rIns="91440" bIns="45720"/>
          <a:lstStyle>
            <a:lvl1pPr marL="0" indent="0" algn="l">
              <a:buNone/>
              <a:defRPr sz="1867"/>
            </a:lvl1pPr>
            <a:lvl2pPr marL="609585" indent="0" algn="ctr">
              <a:buNone/>
            </a:lvl2pPr>
            <a:lvl3pPr marL="1219170" indent="0" algn="ctr">
              <a:buNone/>
            </a:lvl3pPr>
            <a:lvl4pPr marL="1828754" indent="0" algn="ctr">
              <a:buNone/>
            </a:lvl4pPr>
            <a:lvl5pPr marL="2438339" indent="0" algn="ctr">
              <a:buNone/>
            </a:lvl5pPr>
            <a:lvl6pPr marL="3047924" indent="0" algn="ctr">
              <a:buNone/>
            </a:lvl6pPr>
            <a:lvl7pPr marL="3657509" indent="0" algn="ctr">
              <a:buNone/>
            </a:lvl7pPr>
            <a:lvl8pPr marL="4267093" indent="0" algn="ctr">
              <a:buNone/>
            </a:lvl8pPr>
            <a:lvl9pPr marL="4876678" indent="0" algn="ctr">
              <a:buNone/>
            </a:lvl9pPr>
          </a:lstStyle>
          <a:p>
            <a:r>
              <a:rPr lang="en-US"/>
              <a:t>Click to edit Master subtitle style</a:t>
            </a:r>
            <a:endParaRPr lang="nb-NO" dirty="0"/>
          </a:p>
        </p:txBody>
      </p:sp>
      <p:sp>
        <p:nvSpPr>
          <p:cNvPr id="8" name="Plassholder for bilde 14">
            <a:extLst>
              <a:ext uri="{FF2B5EF4-FFF2-40B4-BE49-F238E27FC236}">
                <a16:creationId xmlns:a16="http://schemas.microsoft.com/office/drawing/2014/main" id="{FB1BB1D9-8B3D-8538-A21F-C8EB496B1FC8}"/>
              </a:ext>
            </a:extLst>
          </p:cNvPr>
          <p:cNvSpPr>
            <a:spLocks noGrp="1"/>
          </p:cNvSpPr>
          <p:nvPr>
            <p:ph type="pic" sz="quarter" idx="14"/>
          </p:nvPr>
        </p:nvSpPr>
        <p:spPr>
          <a:xfrm>
            <a:off x="6096000" y="0"/>
            <a:ext cx="6130694" cy="6858000"/>
          </a:xfrm>
          <a:prstGeom prst="rect">
            <a:avLst/>
          </a:prstGeom>
          <a:solidFill>
            <a:srgbClr val="BFBFBF"/>
          </a:solidFill>
        </p:spPr>
        <p:txBody>
          <a:bodyPr tIns="585211"/>
          <a:lstStyle>
            <a:lvl1pPr marL="228594" indent="-228594" algn="ctr" defTabSz="914377" rtl="0" eaLnBrk="1" latinLnBrk="0" hangingPunct="1">
              <a:lnSpc>
                <a:spcPct val="110000"/>
              </a:lnSpc>
              <a:spcBef>
                <a:spcPts val="0"/>
              </a:spcBef>
              <a:buFont typeface="Arial" panose="020B0604020202020204" pitchFamily="34" charset="0"/>
              <a:buNone/>
              <a:defRPr sz="1600"/>
            </a:lvl1pPr>
          </a:lstStyle>
          <a:p>
            <a:r>
              <a:rPr lang="en-US"/>
              <a:t>Click icon to add picture</a:t>
            </a:r>
            <a:endParaRPr lang="nb-NO" dirty="0"/>
          </a:p>
        </p:txBody>
      </p:sp>
      <p:sp>
        <p:nvSpPr>
          <p:cNvPr id="12" name="Plassholder for innhold 2">
            <a:extLst>
              <a:ext uri="{FF2B5EF4-FFF2-40B4-BE49-F238E27FC236}">
                <a16:creationId xmlns:a16="http://schemas.microsoft.com/office/drawing/2014/main" id="{4DF3E944-209E-F87E-277F-85D008C49B0B}"/>
              </a:ext>
            </a:extLst>
          </p:cNvPr>
          <p:cNvSpPr>
            <a:spLocks noGrp="1"/>
          </p:cNvSpPr>
          <p:nvPr>
            <p:ph idx="1"/>
          </p:nvPr>
        </p:nvSpPr>
        <p:spPr>
          <a:xfrm>
            <a:off x="450693" y="2732453"/>
            <a:ext cx="5056728" cy="284895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dirty="0"/>
          </a:p>
        </p:txBody>
      </p:sp>
      <p:sp>
        <p:nvSpPr>
          <p:cNvPr id="3" name="Plassholder for lysbildenummer 4">
            <a:extLst>
              <a:ext uri="{FF2B5EF4-FFF2-40B4-BE49-F238E27FC236}">
                <a16:creationId xmlns:a16="http://schemas.microsoft.com/office/drawing/2014/main" id="{7D091F01-AE99-F82D-5EE8-ED9784B34DD9}"/>
              </a:ext>
            </a:extLst>
          </p:cNvPr>
          <p:cNvSpPr txBox="1">
            <a:spLocks/>
          </p:cNvSpPr>
          <p:nvPr userDrawn="1"/>
        </p:nvSpPr>
        <p:spPr>
          <a:xfrm>
            <a:off x="11192400" y="6202800"/>
            <a:ext cx="574284" cy="144000"/>
          </a:xfrm>
          <a:prstGeom prst="rect">
            <a:avLst/>
          </a:prstGeom>
        </p:spPr>
        <p:txBody>
          <a:bodyPr vert="horz" lIns="0" tIns="0" rIns="0" bIns="0" rtlCol="0" anchor="ctr"/>
          <a:lstStyle>
            <a:defPPr>
              <a:defRPr lang="nb-NO"/>
            </a:defPPr>
            <a:lvl1pPr marL="0" algn="r" defTabSz="685800" rtl="0" eaLnBrk="1" latinLnBrk="0" hangingPunct="1">
              <a:defRPr sz="900" kern="1200">
                <a:solidFill>
                  <a:schemeClr val="dk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fld id="{75567799-16DF-41EB-91D4-5F77DECB4B9E}" type="slidenum">
              <a:rPr lang="nb-NO" sz="1200" smtClean="0">
                <a:solidFill>
                  <a:schemeClr val="bg1"/>
                </a:solidFill>
              </a:rPr>
              <a:pPr/>
              <a:t>‹#›</a:t>
            </a:fld>
            <a:endParaRPr lang="nb-NO" sz="1200" dirty="0">
              <a:solidFill>
                <a:schemeClr val="bg1"/>
              </a:solidFill>
            </a:endParaRPr>
          </a:p>
        </p:txBody>
      </p:sp>
    </p:spTree>
    <p:extLst>
      <p:ext uri="{BB962C8B-B14F-4D97-AF65-F5344CB8AC3E}">
        <p14:creationId xmlns:p14="http://schemas.microsoft.com/office/powerpoint/2010/main" val="38636557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p:cSld name="Title, text and picture #4">
    <p:bg>
      <p:bgPr>
        <a:solidFill>
          <a:schemeClr val="accent2"/>
        </a:solidFill>
        <a:effectLst/>
      </p:bgPr>
    </p:bg>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6F553747-2654-F532-A5F7-E42586E63CA6}"/>
              </a:ext>
            </a:extLst>
          </p:cNvPr>
          <p:cNvSpPr>
            <a:spLocks noGrp="1"/>
          </p:cNvSpPr>
          <p:nvPr>
            <p:ph type="title"/>
          </p:nvPr>
        </p:nvSpPr>
        <p:spPr>
          <a:xfrm>
            <a:off x="450693" y="783289"/>
            <a:ext cx="5056728" cy="656591"/>
          </a:xfrm>
        </p:spPr>
        <p:txBody>
          <a:bodyPr/>
          <a:lstStyle>
            <a:lvl1pPr>
              <a:defRPr>
                <a:solidFill>
                  <a:schemeClr val="lt1"/>
                </a:solidFill>
              </a:defRPr>
            </a:lvl1pPr>
          </a:lstStyle>
          <a:p>
            <a:r>
              <a:rPr lang="en-US"/>
              <a:t>Click to edit Master title style</a:t>
            </a:r>
            <a:endParaRPr lang="nb-NO" dirty="0"/>
          </a:p>
        </p:txBody>
      </p:sp>
      <p:sp>
        <p:nvSpPr>
          <p:cNvPr id="4" name="Plassholder for dato 3">
            <a:extLst>
              <a:ext uri="{FF2B5EF4-FFF2-40B4-BE49-F238E27FC236}">
                <a16:creationId xmlns:a16="http://schemas.microsoft.com/office/drawing/2014/main" id="{6415BFFD-4019-4E4D-29DD-0B9F958E993C}"/>
              </a:ext>
            </a:extLst>
          </p:cNvPr>
          <p:cNvSpPr>
            <a:spLocks noGrp="1"/>
          </p:cNvSpPr>
          <p:nvPr>
            <p:ph type="dt" sz="half" idx="10"/>
          </p:nvPr>
        </p:nvSpPr>
        <p:spPr>
          <a:xfrm>
            <a:off x="0" y="-257361"/>
            <a:ext cx="0" cy="205184"/>
          </a:xfrm>
          <a:prstGeom prst="rect">
            <a:avLst/>
          </a:prstGeom>
        </p:spPr>
        <p:txBody>
          <a:bodyPr/>
          <a:lstStyle/>
          <a:p>
            <a:fld id="{0CFF321A-25EE-45DB-97BB-8AC4499437FF}" type="datetime1">
              <a:rPr lang="nb-NO" smtClean="0"/>
              <a:t>06.01.2025</a:t>
            </a:fld>
            <a:endParaRPr lang="nb-NO" dirty="0"/>
          </a:p>
        </p:txBody>
      </p:sp>
      <p:sp>
        <p:nvSpPr>
          <p:cNvPr id="5" name="Plassholder for bunntekst 4">
            <a:extLst>
              <a:ext uri="{FF2B5EF4-FFF2-40B4-BE49-F238E27FC236}">
                <a16:creationId xmlns:a16="http://schemas.microsoft.com/office/drawing/2014/main" id="{A85F14F5-4F21-522C-2C06-48F1BC0A4CA7}"/>
              </a:ext>
            </a:extLst>
          </p:cNvPr>
          <p:cNvSpPr>
            <a:spLocks noGrp="1"/>
          </p:cNvSpPr>
          <p:nvPr>
            <p:ph type="ftr" sz="quarter" idx="11"/>
          </p:nvPr>
        </p:nvSpPr>
        <p:spPr>
          <a:xfrm>
            <a:off x="2146100" y="6150583"/>
            <a:ext cx="2269381" cy="246221"/>
          </a:xfrm>
          <a:prstGeom prst="rect">
            <a:avLst/>
          </a:prstGeom>
        </p:spPr>
        <p:txBody>
          <a:bodyPr/>
          <a:lstStyle>
            <a:lvl1pPr>
              <a:defRPr>
                <a:solidFill>
                  <a:schemeClr val="lt1"/>
                </a:solidFill>
              </a:defRPr>
            </a:lvl1pPr>
          </a:lstStyle>
          <a:p>
            <a:r>
              <a:rPr lang="en-US" dirty="0"/>
              <a:t>See Statement of Proprietary information</a:t>
            </a:r>
            <a:endParaRPr lang="nb-NO" dirty="0"/>
          </a:p>
        </p:txBody>
      </p:sp>
      <p:sp>
        <p:nvSpPr>
          <p:cNvPr id="6" name="Plassholder for lysbildenummer 5">
            <a:extLst>
              <a:ext uri="{FF2B5EF4-FFF2-40B4-BE49-F238E27FC236}">
                <a16:creationId xmlns:a16="http://schemas.microsoft.com/office/drawing/2014/main" id="{136D1912-578F-7E68-51E9-27B2F00DCDD5}"/>
              </a:ext>
            </a:extLst>
          </p:cNvPr>
          <p:cNvSpPr>
            <a:spLocks noGrp="1"/>
          </p:cNvSpPr>
          <p:nvPr>
            <p:ph type="sldNum" sz="quarter" idx="12"/>
          </p:nvPr>
        </p:nvSpPr>
        <p:spPr/>
        <p:txBody>
          <a:bodyPr/>
          <a:lstStyle>
            <a:lvl1pPr>
              <a:defRPr>
                <a:solidFill>
                  <a:schemeClr val="lt1"/>
                </a:solidFill>
              </a:defRPr>
            </a:lvl1pPr>
          </a:lstStyle>
          <a:p>
            <a:fld id="{75567799-16DF-41EB-91D4-5F77DECB4B9E}" type="slidenum">
              <a:rPr lang="nb-NO" smtClean="0"/>
              <a:pPr/>
              <a:t>‹#›</a:t>
            </a:fld>
            <a:endParaRPr lang="nb-NO" dirty="0"/>
          </a:p>
        </p:txBody>
      </p:sp>
      <p:sp>
        <p:nvSpPr>
          <p:cNvPr id="10" name="Undertittel 8">
            <a:extLst>
              <a:ext uri="{FF2B5EF4-FFF2-40B4-BE49-F238E27FC236}">
                <a16:creationId xmlns:a16="http://schemas.microsoft.com/office/drawing/2014/main" id="{5701DB25-AA45-E795-20F5-DD730B0E8C89}"/>
              </a:ext>
            </a:extLst>
          </p:cNvPr>
          <p:cNvSpPr>
            <a:spLocks noGrp="1"/>
          </p:cNvSpPr>
          <p:nvPr>
            <p:ph type="subTitle" sz="quarter" idx="13"/>
          </p:nvPr>
        </p:nvSpPr>
        <p:spPr>
          <a:xfrm>
            <a:off x="451199" y="451201"/>
            <a:ext cx="5056728" cy="410369"/>
          </a:xfrm>
          <a:prstGeom prst="rect">
            <a:avLst/>
          </a:prstGeom>
        </p:spPr>
        <p:txBody>
          <a:bodyPr lIns="91440" tIns="45720" rIns="91440" bIns="45720"/>
          <a:lstStyle>
            <a:lvl1pPr marL="0" indent="0" algn="l">
              <a:buNone/>
              <a:defRPr sz="1867">
                <a:solidFill>
                  <a:schemeClr val="lt1"/>
                </a:solidFill>
              </a:defRPr>
            </a:lvl1pPr>
            <a:lvl2pPr marL="609585" indent="0" algn="ctr">
              <a:buNone/>
            </a:lvl2pPr>
            <a:lvl3pPr marL="1219170" indent="0" algn="ctr">
              <a:buNone/>
            </a:lvl3pPr>
            <a:lvl4pPr marL="1828754" indent="0" algn="ctr">
              <a:buNone/>
            </a:lvl4pPr>
            <a:lvl5pPr marL="2438339" indent="0" algn="ctr">
              <a:buNone/>
            </a:lvl5pPr>
            <a:lvl6pPr marL="3047924" indent="0" algn="ctr">
              <a:buNone/>
            </a:lvl6pPr>
            <a:lvl7pPr marL="3657509" indent="0" algn="ctr">
              <a:buNone/>
            </a:lvl7pPr>
            <a:lvl8pPr marL="4267093" indent="0" algn="ctr">
              <a:buNone/>
            </a:lvl8pPr>
            <a:lvl9pPr marL="4876678" indent="0" algn="ctr">
              <a:buNone/>
            </a:lvl9pPr>
          </a:lstStyle>
          <a:p>
            <a:r>
              <a:rPr lang="en-US"/>
              <a:t>Click to edit Master subtitle style</a:t>
            </a:r>
            <a:endParaRPr lang="nb-NO" dirty="0"/>
          </a:p>
        </p:txBody>
      </p:sp>
      <p:sp>
        <p:nvSpPr>
          <p:cNvPr id="8" name="Plassholder for bilde 14">
            <a:extLst>
              <a:ext uri="{FF2B5EF4-FFF2-40B4-BE49-F238E27FC236}">
                <a16:creationId xmlns:a16="http://schemas.microsoft.com/office/drawing/2014/main" id="{FB1BB1D9-8B3D-8538-A21F-C8EB496B1FC8}"/>
              </a:ext>
            </a:extLst>
          </p:cNvPr>
          <p:cNvSpPr>
            <a:spLocks noGrp="1"/>
          </p:cNvSpPr>
          <p:nvPr>
            <p:ph type="pic" sz="quarter" idx="14"/>
          </p:nvPr>
        </p:nvSpPr>
        <p:spPr>
          <a:xfrm>
            <a:off x="6096000" y="0"/>
            <a:ext cx="6130694" cy="6858000"/>
          </a:xfrm>
          <a:prstGeom prst="rect">
            <a:avLst/>
          </a:prstGeom>
          <a:solidFill>
            <a:srgbClr val="BFBFBF"/>
          </a:solidFill>
        </p:spPr>
        <p:txBody>
          <a:bodyPr tIns="585211"/>
          <a:lstStyle>
            <a:lvl1pPr marL="228594" indent="-228594" algn="ctr" defTabSz="914377" rtl="0" eaLnBrk="1" latinLnBrk="0" hangingPunct="1">
              <a:lnSpc>
                <a:spcPct val="110000"/>
              </a:lnSpc>
              <a:spcBef>
                <a:spcPts val="0"/>
              </a:spcBef>
              <a:buFont typeface="Arial" panose="020B0604020202020204" pitchFamily="34" charset="0"/>
              <a:buNone/>
              <a:defRPr sz="1600"/>
            </a:lvl1pPr>
          </a:lstStyle>
          <a:p>
            <a:r>
              <a:rPr lang="en-US"/>
              <a:t>Click icon to add picture</a:t>
            </a:r>
            <a:endParaRPr lang="nb-NO" dirty="0"/>
          </a:p>
        </p:txBody>
      </p:sp>
      <p:sp>
        <p:nvSpPr>
          <p:cNvPr id="12" name="Plassholder for innhold 2">
            <a:extLst>
              <a:ext uri="{FF2B5EF4-FFF2-40B4-BE49-F238E27FC236}">
                <a16:creationId xmlns:a16="http://schemas.microsoft.com/office/drawing/2014/main" id="{4DF3E944-209E-F87E-277F-85D008C49B0B}"/>
              </a:ext>
            </a:extLst>
          </p:cNvPr>
          <p:cNvSpPr>
            <a:spLocks noGrp="1"/>
          </p:cNvSpPr>
          <p:nvPr>
            <p:ph idx="1"/>
          </p:nvPr>
        </p:nvSpPr>
        <p:spPr>
          <a:xfrm>
            <a:off x="450693" y="2732453"/>
            <a:ext cx="5056728" cy="2848959"/>
          </a:xfrm>
        </p:spPr>
        <p:txBody>
          <a:bodyPr/>
          <a:lstStyle>
            <a:lvl1pPr>
              <a:defRPr>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dirty="0"/>
          </a:p>
        </p:txBody>
      </p:sp>
      <p:sp>
        <p:nvSpPr>
          <p:cNvPr id="9" name="Plassholder for lysbildenummer 4">
            <a:extLst>
              <a:ext uri="{FF2B5EF4-FFF2-40B4-BE49-F238E27FC236}">
                <a16:creationId xmlns:a16="http://schemas.microsoft.com/office/drawing/2014/main" id="{8434316E-029A-A075-9240-B2F2351FA7EF}"/>
              </a:ext>
            </a:extLst>
          </p:cNvPr>
          <p:cNvSpPr txBox="1">
            <a:spLocks/>
          </p:cNvSpPr>
          <p:nvPr userDrawn="1"/>
        </p:nvSpPr>
        <p:spPr>
          <a:xfrm>
            <a:off x="11192400" y="6202800"/>
            <a:ext cx="574284" cy="144000"/>
          </a:xfrm>
          <a:prstGeom prst="rect">
            <a:avLst/>
          </a:prstGeom>
        </p:spPr>
        <p:txBody>
          <a:bodyPr vert="horz" lIns="0" tIns="0" rIns="0" bIns="0" rtlCol="0" anchor="ctr"/>
          <a:lstStyle>
            <a:defPPr>
              <a:defRPr lang="nb-NO"/>
            </a:defPPr>
            <a:lvl1pPr marL="0" algn="r" defTabSz="685800" rtl="0" eaLnBrk="1" latinLnBrk="0" hangingPunct="1">
              <a:defRPr sz="900" kern="1200">
                <a:solidFill>
                  <a:schemeClr val="dk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fld id="{75567799-16DF-41EB-91D4-5F77DECB4B9E}" type="slidenum">
              <a:rPr lang="nb-NO" sz="1200" smtClean="0">
                <a:solidFill>
                  <a:schemeClr val="bg1"/>
                </a:solidFill>
              </a:rPr>
              <a:pPr/>
              <a:t>‹#›</a:t>
            </a:fld>
            <a:endParaRPr lang="nb-NO" sz="1200" dirty="0">
              <a:solidFill>
                <a:schemeClr val="bg1"/>
              </a:solidFill>
            </a:endParaRPr>
          </a:p>
        </p:txBody>
      </p:sp>
      <p:pic>
        <p:nvPicPr>
          <p:cNvPr id="11" name="Picture 15">
            <a:extLst>
              <a:ext uri="{FF2B5EF4-FFF2-40B4-BE49-F238E27FC236}">
                <a16:creationId xmlns:a16="http://schemas.microsoft.com/office/drawing/2014/main" id="{C2ACF904-AD3C-8C75-6F8C-4D134DC5F62A}"/>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452032" y="6173387"/>
            <a:ext cx="1073373" cy="202199"/>
          </a:xfrm>
          <a:prstGeom prst="rect">
            <a:avLst/>
          </a:prstGeom>
        </p:spPr>
      </p:pic>
    </p:spTree>
    <p:extLst>
      <p:ext uri="{BB962C8B-B14F-4D97-AF65-F5344CB8AC3E}">
        <p14:creationId xmlns:p14="http://schemas.microsoft.com/office/powerpoint/2010/main" val="269124730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1_Title, text and picture #4">
    <p:bg>
      <p:bgPr>
        <a:solidFill>
          <a:srgbClr val="6EA25D"/>
        </a:solidFill>
        <a:effectLst/>
      </p:bgPr>
    </p:bg>
    <p:spTree>
      <p:nvGrpSpPr>
        <p:cNvPr id="1" name=""/>
        <p:cNvGrpSpPr/>
        <p:nvPr/>
      </p:nvGrpSpPr>
      <p:grpSpPr>
        <a:xfrm>
          <a:off x="0" y="0"/>
          <a:ext cx="0" cy="0"/>
          <a:chOff x="0" y="0"/>
          <a:chExt cx="0" cy="0"/>
        </a:xfrm>
      </p:grpSpPr>
      <p:graphicFrame>
        <p:nvGraphicFramePr>
          <p:cNvPr id="19" name="think-cell data - do not delete" hidden="1">
            <a:extLst>
              <a:ext uri="{FF2B5EF4-FFF2-40B4-BE49-F238E27FC236}">
                <a16:creationId xmlns:a16="http://schemas.microsoft.com/office/drawing/2014/main" id="{66DFA45B-C4C2-A3E0-3E4A-92BC2E305C27}"/>
              </a:ext>
            </a:extLst>
          </p:cNvPr>
          <p:cNvGraphicFramePr>
            <a:graphicFrameLocks noChangeAspect="1"/>
          </p:cNvGraphicFramePr>
          <p:nvPr userDrawn="1">
            <p:custDataLst>
              <p:tags r:id="rId1"/>
            </p:custDataLst>
            <p:extLst>
              <p:ext uri="{D42A27DB-BD31-4B8C-83A1-F6EECF244321}">
                <p14:modId xmlns:p14="http://schemas.microsoft.com/office/powerpoint/2010/main" val="3468561890"/>
              </p:ext>
            </p:extLst>
          </p:nvPr>
        </p:nvGraphicFramePr>
        <p:xfrm>
          <a:off x="2118" y="2118"/>
          <a:ext cx="2117" cy="2117"/>
        </p:xfrm>
        <a:graphic>
          <a:graphicData uri="http://schemas.openxmlformats.org/presentationml/2006/ole">
            <mc:AlternateContent xmlns:mc="http://schemas.openxmlformats.org/markup-compatibility/2006">
              <mc:Choice xmlns:v="urn:schemas-microsoft-com:vml" Requires="v">
                <p:oleObj name="think-cell Slide" r:id="rId3" imgW="408" imgH="408" progId="TCLayout.ActiveDocument.1">
                  <p:embed/>
                </p:oleObj>
              </mc:Choice>
              <mc:Fallback>
                <p:oleObj name="think-cell Slide" r:id="rId3" imgW="408" imgH="408" progId="TCLayout.ActiveDocument.1">
                  <p:embed/>
                  <p:pic>
                    <p:nvPicPr>
                      <p:cNvPr id="19" name="think-cell data - do not delete" hidden="1">
                        <a:extLst>
                          <a:ext uri="{FF2B5EF4-FFF2-40B4-BE49-F238E27FC236}">
                            <a16:creationId xmlns:a16="http://schemas.microsoft.com/office/drawing/2014/main" id="{66DFA45B-C4C2-A3E0-3E4A-92BC2E305C27}"/>
                          </a:ext>
                        </a:extLst>
                      </p:cNvPr>
                      <p:cNvPicPr/>
                      <p:nvPr/>
                    </p:nvPicPr>
                    <p:blipFill>
                      <a:blip r:embed="rId4"/>
                      <a:stretch>
                        <a:fillRect/>
                      </a:stretch>
                    </p:blipFill>
                    <p:spPr>
                      <a:xfrm>
                        <a:off x="2118" y="2118"/>
                        <a:ext cx="2117" cy="2117"/>
                      </a:xfrm>
                      <a:prstGeom prst="rect">
                        <a:avLst/>
                      </a:prstGeom>
                    </p:spPr>
                  </p:pic>
                </p:oleObj>
              </mc:Fallback>
            </mc:AlternateContent>
          </a:graphicData>
        </a:graphic>
      </p:graphicFrame>
      <p:sp>
        <p:nvSpPr>
          <p:cNvPr id="16" name="Plassholder for bilde 14">
            <a:extLst>
              <a:ext uri="{FF2B5EF4-FFF2-40B4-BE49-F238E27FC236}">
                <a16:creationId xmlns:a16="http://schemas.microsoft.com/office/drawing/2014/main" id="{A519EB32-A076-A7B2-6245-E31FD1FE4711}"/>
              </a:ext>
            </a:extLst>
          </p:cNvPr>
          <p:cNvSpPr>
            <a:spLocks noGrp="1"/>
          </p:cNvSpPr>
          <p:nvPr>
            <p:ph type="pic" sz="quarter" idx="16"/>
          </p:nvPr>
        </p:nvSpPr>
        <p:spPr>
          <a:xfrm>
            <a:off x="6096000" y="3429000"/>
            <a:ext cx="3036872" cy="3432000"/>
          </a:xfrm>
          <a:prstGeom prst="rect">
            <a:avLst/>
          </a:prstGeom>
          <a:solidFill>
            <a:srgbClr val="BFBFBF"/>
          </a:solidFill>
        </p:spPr>
        <p:txBody>
          <a:bodyPr tIns="585211"/>
          <a:lstStyle>
            <a:lvl1pPr marL="228594" indent="-228594" algn="ctr" defTabSz="914377" rtl="0" eaLnBrk="1" latinLnBrk="0" hangingPunct="1">
              <a:lnSpc>
                <a:spcPct val="110000"/>
              </a:lnSpc>
              <a:spcBef>
                <a:spcPts val="0"/>
              </a:spcBef>
              <a:buFont typeface="Arial" panose="020B0604020202020204" pitchFamily="34" charset="0"/>
              <a:buNone/>
              <a:defRPr sz="1600"/>
            </a:lvl1pPr>
          </a:lstStyle>
          <a:p>
            <a:r>
              <a:rPr lang="en-US"/>
              <a:t>Click icon to add picture</a:t>
            </a:r>
            <a:endParaRPr lang="nb-NO" dirty="0"/>
          </a:p>
        </p:txBody>
      </p:sp>
      <p:sp>
        <p:nvSpPr>
          <p:cNvPr id="17" name="Plassholder for bilde 14">
            <a:extLst>
              <a:ext uri="{FF2B5EF4-FFF2-40B4-BE49-F238E27FC236}">
                <a16:creationId xmlns:a16="http://schemas.microsoft.com/office/drawing/2014/main" id="{BDF0CD68-D7FE-CED7-1997-4CF492793283}"/>
              </a:ext>
            </a:extLst>
          </p:cNvPr>
          <p:cNvSpPr>
            <a:spLocks noGrp="1"/>
          </p:cNvSpPr>
          <p:nvPr>
            <p:ph type="pic" sz="quarter" idx="17"/>
          </p:nvPr>
        </p:nvSpPr>
        <p:spPr>
          <a:xfrm>
            <a:off x="9132872" y="3429000"/>
            <a:ext cx="3067200" cy="3432000"/>
          </a:xfrm>
          <a:prstGeom prst="rect">
            <a:avLst/>
          </a:prstGeom>
          <a:solidFill>
            <a:srgbClr val="BFBFBF"/>
          </a:solidFill>
        </p:spPr>
        <p:txBody>
          <a:bodyPr tIns="585211"/>
          <a:lstStyle>
            <a:lvl1pPr marL="228594" indent="-228594" algn="ctr" defTabSz="914377" rtl="0" eaLnBrk="1" latinLnBrk="0" hangingPunct="1">
              <a:lnSpc>
                <a:spcPct val="110000"/>
              </a:lnSpc>
              <a:spcBef>
                <a:spcPts val="0"/>
              </a:spcBef>
              <a:buFont typeface="Arial" panose="020B0604020202020204" pitchFamily="34" charset="0"/>
              <a:buNone/>
              <a:defRPr sz="1600"/>
            </a:lvl1pPr>
          </a:lstStyle>
          <a:p>
            <a:r>
              <a:rPr lang="en-US"/>
              <a:t>Click icon to add picture</a:t>
            </a:r>
            <a:endParaRPr lang="nb-NO" dirty="0"/>
          </a:p>
        </p:txBody>
      </p:sp>
      <p:sp>
        <p:nvSpPr>
          <p:cNvPr id="2" name="Tittel 1">
            <a:extLst>
              <a:ext uri="{FF2B5EF4-FFF2-40B4-BE49-F238E27FC236}">
                <a16:creationId xmlns:a16="http://schemas.microsoft.com/office/drawing/2014/main" id="{6F553747-2654-F532-A5F7-E42586E63CA6}"/>
              </a:ext>
            </a:extLst>
          </p:cNvPr>
          <p:cNvSpPr>
            <a:spLocks noGrp="1"/>
          </p:cNvSpPr>
          <p:nvPr>
            <p:ph type="title"/>
          </p:nvPr>
        </p:nvSpPr>
        <p:spPr>
          <a:xfrm>
            <a:off x="450693" y="783289"/>
            <a:ext cx="5056728" cy="656591"/>
          </a:xfrm>
        </p:spPr>
        <p:txBody>
          <a:bodyPr vert="horz"/>
          <a:lstStyle>
            <a:lvl1pPr>
              <a:defRPr>
                <a:solidFill>
                  <a:schemeClr val="lt1"/>
                </a:solidFill>
              </a:defRPr>
            </a:lvl1pPr>
          </a:lstStyle>
          <a:p>
            <a:r>
              <a:rPr lang="en-US"/>
              <a:t>Click to edit Master title style</a:t>
            </a:r>
            <a:endParaRPr lang="nb-NO" dirty="0"/>
          </a:p>
        </p:txBody>
      </p:sp>
      <p:sp>
        <p:nvSpPr>
          <p:cNvPr id="4" name="Plassholder for dato 3">
            <a:extLst>
              <a:ext uri="{FF2B5EF4-FFF2-40B4-BE49-F238E27FC236}">
                <a16:creationId xmlns:a16="http://schemas.microsoft.com/office/drawing/2014/main" id="{6415BFFD-4019-4E4D-29DD-0B9F958E993C}"/>
              </a:ext>
            </a:extLst>
          </p:cNvPr>
          <p:cNvSpPr>
            <a:spLocks noGrp="1"/>
          </p:cNvSpPr>
          <p:nvPr>
            <p:ph type="dt" sz="half" idx="10"/>
          </p:nvPr>
        </p:nvSpPr>
        <p:spPr>
          <a:xfrm>
            <a:off x="0" y="-257361"/>
            <a:ext cx="0" cy="205184"/>
          </a:xfrm>
          <a:prstGeom prst="rect">
            <a:avLst/>
          </a:prstGeom>
        </p:spPr>
        <p:txBody>
          <a:bodyPr/>
          <a:lstStyle/>
          <a:p>
            <a:fld id="{0CFF321A-25EE-45DB-97BB-8AC4499437FF}" type="datetime1">
              <a:rPr lang="nb-NO" smtClean="0"/>
              <a:t>06.01.2025</a:t>
            </a:fld>
            <a:endParaRPr lang="nb-NO" dirty="0"/>
          </a:p>
        </p:txBody>
      </p:sp>
      <p:sp>
        <p:nvSpPr>
          <p:cNvPr id="5" name="Plassholder for bunntekst 4">
            <a:extLst>
              <a:ext uri="{FF2B5EF4-FFF2-40B4-BE49-F238E27FC236}">
                <a16:creationId xmlns:a16="http://schemas.microsoft.com/office/drawing/2014/main" id="{A85F14F5-4F21-522C-2C06-48F1BC0A4CA7}"/>
              </a:ext>
            </a:extLst>
          </p:cNvPr>
          <p:cNvSpPr>
            <a:spLocks noGrp="1"/>
          </p:cNvSpPr>
          <p:nvPr>
            <p:ph type="ftr" sz="quarter" idx="11"/>
          </p:nvPr>
        </p:nvSpPr>
        <p:spPr>
          <a:xfrm>
            <a:off x="2146100" y="6150583"/>
            <a:ext cx="2269381" cy="246221"/>
          </a:xfrm>
          <a:prstGeom prst="rect">
            <a:avLst/>
          </a:prstGeom>
        </p:spPr>
        <p:txBody>
          <a:bodyPr/>
          <a:lstStyle>
            <a:lvl1pPr>
              <a:defRPr>
                <a:solidFill>
                  <a:schemeClr val="lt1"/>
                </a:solidFill>
              </a:defRPr>
            </a:lvl1pPr>
          </a:lstStyle>
          <a:p>
            <a:r>
              <a:rPr lang="en-US" dirty="0"/>
              <a:t>See Statement of Proprietary information</a:t>
            </a:r>
            <a:endParaRPr lang="nb-NO" dirty="0"/>
          </a:p>
        </p:txBody>
      </p:sp>
      <p:sp>
        <p:nvSpPr>
          <p:cNvPr id="6" name="Plassholder for lysbildenummer 5">
            <a:extLst>
              <a:ext uri="{FF2B5EF4-FFF2-40B4-BE49-F238E27FC236}">
                <a16:creationId xmlns:a16="http://schemas.microsoft.com/office/drawing/2014/main" id="{136D1912-578F-7E68-51E9-27B2F00DCDD5}"/>
              </a:ext>
            </a:extLst>
          </p:cNvPr>
          <p:cNvSpPr>
            <a:spLocks noGrp="1"/>
          </p:cNvSpPr>
          <p:nvPr>
            <p:ph type="sldNum" sz="quarter" idx="12"/>
          </p:nvPr>
        </p:nvSpPr>
        <p:spPr/>
        <p:txBody>
          <a:bodyPr/>
          <a:lstStyle>
            <a:lvl1pPr>
              <a:defRPr>
                <a:solidFill>
                  <a:schemeClr val="lt1"/>
                </a:solidFill>
              </a:defRPr>
            </a:lvl1pPr>
          </a:lstStyle>
          <a:p>
            <a:fld id="{75567799-16DF-41EB-91D4-5F77DECB4B9E}" type="slidenum">
              <a:rPr lang="nb-NO" smtClean="0"/>
              <a:pPr/>
              <a:t>‹#›</a:t>
            </a:fld>
            <a:endParaRPr lang="nb-NO" dirty="0"/>
          </a:p>
        </p:txBody>
      </p:sp>
      <p:sp>
        <p:nvSpPr>
          <p:cNvPr id="10" name="Undertittel 8">
            <a:extLst>
              <a:ext uri="{FF2B5EF4-FFF2-40B4-BE49-F238E27FC236}">
                <a16:creationId xmlns:a16="http://schemas.microsoft.com/office/drawing/2014/main" id="{5701DB25-AA45-E795-20F5-DD730B0E8C89}"/>
              </a:ext>
            </a:extLst>
          </p:cNvPr>
          <p:cNvSpPr>
            <a:spLocks noGrp="1"/>
          </p:cNvSpPr>
          <p:nvPr>
            <p:ph type="subTitle" sz="quarter" idx="13"/>
          </p:nvPr>
        </p:nvSpPr>
        <p:spPr>
          <a:xfrm>
            <a:off x="451199" y="451201"/>
            <a:ext cx="5056728" cy="410369"/>
          </a:xfrm>
          <a:prstGeom prst="rect">
            <a:avLst/>
          </a:prstGeom>
        </p:spPr>
        <p:txBody>
          <a:bodyPr lIns="91440" tIns="45720" rIns="91440" bIns="45720"/>
          <a:lstStyle>
            <a:lvl1pPr marL="0" indent="0" algn="l">
              <a:buNone/>
              <a:defRPr sz="1867">
                <a:solidFill>
                  <a:schemeClr val="lt1"/>
                </a:solidFill>
              </a:defRPr>
            </a:lvl1pPr>
            <a:lvl2pPr marL="609585" indent="0" algn="ctr">
              <a:buNone/>
            </a:lvl2pPr>
            <a:lvl3pPr marL="1219170" indent="0" algn="ctr">
              <a:buNone/>
            </a:lvl3pPr>
            <a:lvl4pPr marL="1828754" indent="0" algn="ctr">
              <a:buNone/>
            </a:lvl4pPr>
            <a:lvl5pPr marL="2438339" indent="0" algn="ctr">
              <a:buNone/>
            </a:lvl5pPr>
            <a:lvl6pPr marL="3047924" indent="0" algn="ctr">
              <a:buNone/>
            </a:lvl6pPr>
            <a:lvl7pPr marL="3657509" indent="0" algn="ctr">
              <a:buNone/>
            </a:lvl7pPr>
            <a:lvl8pPr marL="4267093" indent="0" algn="ctr">
              <a:buNone/>
            </a:lvl8pPr>
            <a:lvl9pPr marL="4876678" indent="0" algn="ctr">
              <a:buNone/>
            </a:lvl9pPr>
          </a:lstStyle>
          <a:p>
            <a:r>
              <a:rPr lang="en-US"/>
              <a:t>Click to edit Master subtitle style</a:t>
            </a:r>
            <a:endParaRPr lang="nb-NO" dirty="0"/>
          </a:p>
        </p:txBody>
      </p:sp>
      <p:sp>
        <p:nvSpPr>
          <p:cNvPr id="8" name="Plassholder for bilde 14">
            <a:extLst>
              <a:ext uri="{FF2B5EF4-FFF2-40B4-BE49-F238E27FC236}">
                <a16:creationId xmlns:a16="http://schemas.microsoft.com/office/drawing/2014/main" id="{FB1BB1D9-8B3D-8538-A21F-C8EB496B1FC8}"/>
              </a:ext>
            </a:extLst>
          </p:cNvPr>
          <p:cNvSpPr>
            <a:spLocks noGrp="1"/>
          </p:cNvSpPr>
          <p:nvPr>
            <p:ph type="pic" sz="quarter" idx="14"/>
          </p:nvPr>
        </p:nvSpPr>
        <p:spPr>
          <a:xfrm>
            <a:off x="6096000" y="0"/>
            <a:ext cx="3036872" cy="3432000"/>
          </a:xfrm>
          <a:prstGeom prst="rect">
            <a:avLst/>
          </a:prstGeom>
          <a:solidFill>
            <a:srgbClr val="BFBFBF"/>
          </a:solidFill>
        </p:spPr>
        <p:txBody>
          <a:bodyPr tIns="585211"/>
          <a:lstStyle>
            <a:lvl1pPr marL="228594" indent="-228594" algn="ctr" defTabSz="914377" rtl="0" eaLnBrk="1" latinLnBrk="0" hangingPunct="1">
              <a:lnSpc>
                <a:spcPct val="110000"/>
              </a:lnSpc>
              <a:spcBef>
                <a:spcPts val="0"/>
              </a:spcBef>
              <a:buFont typeface="Arial" panose="020B0604020202020204" pitchFamily="34" charset="0"/>
              <a:buNone/>
              <a:defRPr sz="1600"/>
            </a:lvl1pPr>
          </a:lstStyle>
          <a:p>
            <a:r>
              <a:rPr lang="en-US"/>
              <a:t>Click icon to add picture</a:t>
            </a:r>
            <a:endParaRPr lang="nb-NO" dirty="0"/>
          </a:p>
        </p:txBody>
      </p:sp>
      <p:sp>
        <p:nvSpPr>
          <p:cNvPr id="12" name="Plassholder for innhold 2">
            <a:extLst>
              <a:ext uri="{FF2B5EF4-FFF2-40B4-BE49-F238E27FC236}">
                <a16:creationId xmlns:a16="http://schemas.microsoft.com/office/drawing/2014/main" id="{4DF3E944-209E-F87E-277F-85D008C49B0B}"/>
              </a:ext>
            </a:extLst>
          </p:cNvPr>
          <p:cNvSpPr>
            <a:spLocks noGrp="1"/>
          </p:cNvSpPr>
          <p:nvPr>
            <p:ph idx="1"/>
          </p:nvPr>
        </p:nvSpPr>
        <p:spPr>
          <a:xfrm>
            <a:off x="450693" y="2732453"/>
            <a:ext cx="5056728" cy="2848959"/>
          </a:xfrm>
        </p:spPr>
        <p:txBody>
          <a:bodyPr/>
          <a:lstStyle>
            <a:lvl1pPr>
              <a:defRPr>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dirty="0"/>
          </a:p>
        </p:txBody>
      </p:sp>
      <p:sp>
        <p:nvSpPr>
          <p:cNvPr id="15" name="Plassholder for bilde 14">
            <a:extLst>
              <a:ext uri="{FF2B5EF4-FFF2-40B4-BE49-F238E27FC236}">
                <a16:creationId xmlns:a16="http://schemas.microsoft.com/office/drawing/2014/main" id="{11CDD5BF-3059-C20A-1D67-EDAE512BD2CD}"/>
              </a:ext>
            </a:extLst>
          </p:cNvPr>
          <p:cNvSpPr>
            <a:spLocks noGrp="1"/>
          </p:cNvSpPr>
          <p:nvPr>
            <p:ph type="pic" sz="quarter" idx="15"/>
          </p:nvPr>
        </p:nvSpPr>
        <p:spPr>
          <a:xfrm>
            <a:off x="9132872" y="0"/>
            <a:ext cx="3067200" cy="3432000"/>
          </a:xfrm>
          <a:prstGeom prst="rect">
            <a:avLst/>
          </a:prstGeom>
          <a:solidFill>
            <a:srgbClr val="BFBFBF"/>
          </a:solidFill>
        </p:spPr>
        <p:txBody>
          <a:bodyPr tIns="585211"/>
          <a:lstStyle>
            <a:lvl1pPr marL="228594" indent="-228594" algn="ctr" defTabSz="914377" rtl="0" eaLnBrk="1" latinLnBrk="0" hangingPunct="1">
              <a:lnSpc>
                <a:spcPct val="110000"/>
              </a:lnSpc>
              <a:spcBef>
                <a:spcPts val="0"/>
              </a:spcBef>
              <a:buFont typeface="Arial" panose="020B0604020202020204" pitchFamily="34" charset="0"/>
              <a:buNone/>
              <a:defRPr sz="1600"/>
            </a:lvl1pPr>
          </a:lstStyle>
          <a:p>
            <a:r>
              <a:rPr lang="en-US"/>
              <a:t>Click icon to add picture</a:t>
            </a:r>
            <a:endParaRPr lang="nb-NO" dirty="0"/>
          </a:p>
        </p:txBody>
      </p:sp>
      <p:pic>
        <p:nvPicPr>
          <p:cNvPr id="22" name="Picture 15">
            <a:extLst>
              <a:ext uri="{FF2B5EF4-FFF2-40B4-BE49-F238E27FC236}">
                <a16:creationId xmlns:a16="http://schemas.microsoft.com/office/drawing/2014/main" id="{B1921B08-D8D3-A936-CEC6-7865101BF7D0}"/>
              </a:ext>
            </a:extLst>
          </p:cNvPr>
          <p:cNvPicPr>
            <a:picLocks noChangeAspect="1"/>
          </p:cNvPicPr>
          <p:nvPr userDrawn="1"/>
        </p:nvPicPr>
        <p:blipFill>
          <a:blip r:embed="rId5" cstate="print">
            <a:extLst>
              <a:ext uri="{28A0092B-C50C-407E-A947-70E740481C1C}">
                <a14:useLocalDpi xmlns:a14="http://schemas.microsoft.com/office/drawing/2010/main"/>
              </a:ext>
            </a:extLst>
          </a:blip>
          <a:srcRect/>
          <a:stretch/>
        </p:blipFill>
        <p:spPr>
          <a:xfrm>
            <a:off x="452032" y="6173387"/>
            <a:ext cx="1073373" cy="202199"/>
          </a:xfrm>
          <a:prstGeom prst="rect">
            <a:avLst/>
          </a:prstGeom>
        </p:spPr>
      </p:pic>
    </p:spTree>
    <p:extLst>
      <p:ext uri="{BB962C8B-B14F-4D97-AF65-F5344CB8AC3E}">
        <p14:creationId xmlns:p14="http://schemas.microsoft.com/office/powerpoint/2010/main" val="367692205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2_Title, text and picture #4">
    <p:bg>
      <p:bgPr>
        <a:solidFill>
          <a:srgbClr val="2463C2"/>
        </a:solidFill>
        <a:effectLst/>
      </p:bgPr>
    </p:bg>
    <p:spTree>
      <p:nvGrpSpPr>
        <p:cNvPr id="1" name=""/>
        <p:cNvGrpSpPr/>
        <p:nvPr/>
      </p:nvGrpSpPr>
      <p:grpSpPr>
        <a:xfrm>
          <a:off x="0" y="0"/>
          <a:ext cx="0" cy="0"/>
          <a:chOff x="0" y="0"/>
          <a:chExt cx="0" cy="0"/>
        </a:xfrm>
      </p:grpSpPr>
      <p:graphicFrame>
        <p:nvGraphicFramePr>
          <p:cNvPr id="19" name="think-cell data - do not delete" hidden="1">
            <a:extLst>
              <a:ext uri="{FF2B5EF4-FFF2-40B4-BE49-F238E27FC236}">
                <a16:creationId xmlns:a16="http://schemas.microsoft.com/office/drawing/2014/main" id="{66DFA45B-C4C2-A3E0-3E4A-92BC2E305C27}"/>
              </a:ext>
            </a:extLst>
          </p:cNvPr>
          <p:cNvGraphicFramePr>
            <a:graphicFrameLocks noChangeAspect="1"/>
          </p:cNvGraphicFramePr>
          <p:nvPr userDrawn="1">
            <p:custDataLst>
              <p:tags r:id="rId1"/>
            </p:custDataLst>
            <p:extLst>
              <p:ext uri="{D42A27DB-BD31-4B8C-83A1-F6EECF244321}">
                <p14:modId xmlns:p14="http://schemas.microsoft.com/office/powerpoint/2010/main" val="3468561890"/>
              </p:ext>
            </p:extLst>
          </p:nvPr>
        </p:nvGraphicFramePr>
        <p:xfrm>
          <a:off x="2118" y="2118"/>
          <a:ext cx="2117" cy="2117"/>
        </p:xfrm>
        <a:graphic>
          <a:graphicData uri="http://schemas.openxmlformats.org/presentationml/2006/ole">
            <mc:AlternateContent xmlns:mc="http://schemas.openxmlformats.org/markup-compatibility/2006">
              <mc:Choice xmlns:v="urn:schemas-microsoft-com:vml" Requires="v">
                <p:oleObj name="think-cell Slide" r:id="rId3" imgW="408" imgH="408" progId="TCLayout.ActiveDocument.1">
                  <p:embed/>
                </p:oleObj>
              </mc:Choice>
              <mc:Fallback>
                <p:oleObj name="think-cell Slide" r:id="rId3" imgW="408" imgH="408" progId="TCLayout.ActiveDocument.1">
                  <p:embed/>
                  <p:pic>
                    <p:nvPicPr>
                      <p:cNvPr id="19" name="think-cell data - do not delete" hidden="1">
                        <a:extLst>
                          <a:ext uri="{FF2B5EF4-FFF2-40B4-BE49-F238E27FC236}">
                            <a16:creationId xmlns:a16="http://schemas.microsoft.com/office/drawing/2014/main" id="{66DFA45B-C4C2-A3E0-3E4A-92BC2E305C27}"/>
                          </a:ext>
                        </a:extLst>
                      </p:cNvPr>
                      <p:cNvPicPr/>
                      <p:nvPr/>
                    </p:nvPicPr>
                    <p:blipFill>
                      <a:blip r:embed="rId4"/>
                      <a:stretch>
                        <a:fillRect/>
                      </a:stretch>
                    </p:blipFill>
                    <p:spPr>
                      <a:xfrm>
                        <a:off x="2118" y="2118"/>
                        <a:ext cx="2117" cy="2117"/>
                      </a:xfrm>
                      <a:prstGeom prst="rect">
                        <a:avLst/>
                      </a:prstGeom>
                    </p:spPr>
                  </p:pic>
                </p:oleObj>
              </mc:Fallback>
            </mc:AlternateContent>
          </a:graphicData>
        </a:graphic>
      </p:graphicFrame>
      <p:sp>
        <p:nvSpPr>
          <p:cNvPr id="16" name="Plassholder for bilde 14">
            <a:extLst>
              <a:ext uri="{FF2B5EF4-FFF2-40B4-BE49-F238E27FC236}">
                <a16:creationId xmlns:a16="http://schemas.microsoft.com/office/drawing/2014/main" id="{A519EB32-A076-A7B2-6245-E31FD1FE4711}"/>
              </a:ext>
            </a:extLst>
          </p:cNvPr>
          <p:cNvSpPr>
            <a:spLocks noGrp="1"/>
          </p:cNvSpPr>
          <p:nvPr>
            <p:ph type="pic" sz="quarter" idx="16"/>
          </p:nvPr>
        </p:nvSpPr>
        <p:spPr>
          <a:xfrm>
            <a:off x="6096000" y="2284800"/>
            <a:ext cx="3036872" cy="2284800"/>
          </a:xfrm>
          <a:prstGeom prst="rect">
            <a:avLst/>
          </a:prstGeom>
          <a:solidFill>
            <a:srgbClr val="BFBFBF"/>
          </a:solidFill>
        </p:spPr>
        <p:txBody>
          <a:bodyPr tIns="585211"/>
          <a:lstStyle>
            <a:lvl1pPr marL="228594" indent="-228594" algn="ctr" defTabSz="914377" rtl="0" eaLnBrk="1" latinLnBrk="0" hangingPunct="1">
              <a:lnSpc>
                <a:spcPct val="110000"/>
              </a:lnSpc>
              <a:spcBef>
                <a:spcPts val="0"/>
              </a:spcBef>
              <a:buFont typeface="Arial" panose="020B0604020202020204" pitchFamily="34" charset="0"/>
              <a:buNone/>
              <a:defRPr sz="1600"/>
            </a:lvl1pPr>
          </a:lstStyle>
          <a:p>
            <a:r>
              <a:rPr lang="en-US"/>
              <a:t>Click icon to add picture</a:t>
            </a:r>
            <a:endParaRPr lang="nb-NO" dirty="0"/>
          </a:p>
        </p:txBody>
      </p:sp>
      <p:sp>
        <p:nvSpPr>
          <p:cNvPr id="17" name="Plassholder for bilde 14">
            <a:extLst>
              <a:ext uri="{FF2B5EF4-FFF2-40B4-BE49-F238E27FC236}">
                <a16:creationId xmlns:a16="http://schemas.microsoft.com/office/drawing/2014/main" id="{BDF0CD68-D7FE-CED7-1997-4CF492793283}"/>
              </a:ext>
            </a:extLst>
          </p:cNvPr>
          <p:cNvSpPr>
            <a:spLocks noGrp="1"/>
          </p:cNvSpPr>
          <p:nvPr>
            <p:ph type="pic" sz="quarter" idx="17"/>
          </p:nvPr>
        </p:nvSpPr>
        <p:spPr>
          <a:xfrm>
            <a:off x="9132872" y="2284800"/>
            <a:ext cx="3067200" cy="2284800"/>
          </a:xfrm>
          <a:prstGeom prst="rect">
            <a:avLst/>
          </a:prstGeom>
          <a:solidFill>
            <a:srgbClr val="BFBFBF"/>
          </a:solidFill>
        </p:spPr>
        <p:txBody>
          <a:bodyPr tIns="585211"/>
          <a:lstStyle>
            <a:lvl1pPr marL="228594" indent="-228594" algn="ctr" defTabSz="914377" rtl="0" eaLnBrk="1" latinLnBrk="0" hangingPunct="1">
              <a:lnSpc>
                <a:spcPct val="110000"/>
              </a:lnSpc>
              <a:spcBef>
                <a:spcPts val="0"/>
              </a:spcBef>
              <a:buFont typeface="Arial" panose="020B0604020202020204" pitchFamily="34" charset="0"/>
              <a:buNone/>
              <a:defRPr sz="1600"/>
            </a:lvl1pPr>
          </a:lstStyle>
          <a:p>
            <a:r>
              <a:rPr lang="en-US"/>
              <a:t>Click icon to add picture</a:t>
            </a:r>
            <a:endParaRPr lang="nb-NO" dirty="0"/>
          </a:p>
        </p:txBody>
      </p:sp>
      <p:sp>
        <p:nvSpPr>
          <p:cNvPr id="2" name="Tittel 1">
            <a:extLst>
              <a:ext uri="{FF2B5EF4-FFF2-40B4-BE49-F238E27FC236}">
                <a16:creationId xmlns:a16="http://schemas.microsoft.com/office/drawing/2014/main" id="{6F553747-2654-F532-A5F7-E42586E63CA6}"/>
              </a:ext>
            </a:extLst>
          </p:cNvPr>
          <p:cNvSpPr>
            <a:spLocks noGrp="1"/>
          </p:cNvSpPr>
          <p:nvPr>
            <p:ph type="title"/>
          </p:nvPr>
        </p:nvSpPr>
        <p:spPr>
          <a:xfrm>
            <a:off x="450693" y="783289"/>
            <a:ext cx="5056728" cy="656591"/>
          </a:xfrm>
        </p:spPr>
        <p:txBody>
          <a:bodyPr vert="horz"/>
          <a:lstStyle>
            <a:lvl1pPr>
              <a:defRPr>
                <a:solidFill>
                  <a:schemeClr val="lt1"/>
                </a:solidFill>
              </a:defRPr>
            </a:lvl1pPr>
          </a:lstStyle>
          <a:p>
            <a:r>
              <a:rPr lang="en-US"/>
              <a:t>Click to edit Master title style</a:t>
            </a:r>
            <a:endParaRPr lang="nb-NO" dirty="0"/>
          </a:p>
        </p:txBody>
      </p:sp>
      <p:sp>
        <p:nvSpPr>
          <p:cNvPr id="4" name="Plassholder for dato 3">
            <a:extLst>
              <a:ext uri="{FF2B5EF4-FFF2-40B4-BE49-F238E27FC236}">
                <a16:creationId xmlns:a16="http://schemas.microsoft.com/office/drawing/2014/main" id="{6415BFFD-4019-4E4D-29DD-0B9F958E993C}"/>
              </a:ext>
            </a:extLst>
          </p:cNvPr>
          <p:cNvSpPr>
            <a:spLocks noGrp="1"/>
          </p:cNvSpPr>
          <p:nvPr>
            <p:ph type="dt" sz="half" idx="10"/>
          </p:nvPr>
        </p:nvSpPr>
        <p:spPr>
          <a:xfrm>
            <a:off x="0" y="-257361"/>
            <a:ext cx="0" cy="205184"/>
          </a:xfrm>
          <a:prstGeom prst="rect">
            <a:avLst/>
          </a:prstGeom>
        </p:spPr>
        <p:txBody>
          <a:bodyPr/>
          <a:lstStyle/>
          <a:p>
            <a:fld id="{0CFF321A-25EE-45DB-97BB-8AC4499437FF}" type="datetime1">
              <a:rPr lang="nb-NO" smtClean="0"/>
              <a:t>06.01.2025</a:t>
            </a:fld>
            <a:endParaRPr lang="nb-NO" dirty="0"/>
          </a:p>
        </p:txBody>
      </p:sp>
      <p:sp>
        <p:nvSpPr>
          <p:cNvPr id="5" name="Plassholder for bunntekst 4">
            <a:extLst>
              <a:ext uri="{FF2B5EF4-FFF2-40B4-BE49-F238E27FC236}">
                <a16:creationId xmlns:a16="http://schemas.microsoft.com/office/drawing/2014/main" id="{A85F14F5-4F21-522C-2C06-48F1BC0A4CA7}"/>
              </a:ext>
            </a:extLst>
          </p:cNvPr>
          <p:cNvSpPr>
            <a:spLocks noGrp="1"/>
          </p:cNvSpPr>
          <p:nvPr>
            <p:ph type="ftr" sz="quarter" idx="11"/>
          </p:nvPr>
        </p:nvSpPr>
        <p:spPr>
          <a:xfrm>
            <a:off x="2146100" y="6150583"/>
            <a:ext cx="2269381" cy="246221"/>
          </a:xfrm>
          <a:prstGeom prst="rect">
            <a:avLst/>
          </a:prstGeom>
        </p:spPr>
        <p:txBody>
          <a:bodyPr/>
          <a:lstStyle>
            <a:lvl1pPr>
              <a:defRPr>
                <a:solidFill>
                  <a:schemeClr val="lt1"/>
                </a:solidFill>
              </a:defRPr>
            </a:lvl1pPr>
          </a:lstStyle>
          <a:p>
            <a:r>
              <a:rPr lang="en-US" dirty="0"/>
              <a:t>See Statement of Proprietary information</a:t>
            </a:r>
            <a:endParaRPr lang="nb-NO" dirty="0"/>
          </a:p>
        </p:txBody>
      </p:sp>
      <p:sp>
        <p:nvSpPr>
          <p:cNvPr id="6" name="Plassholder for lysbildenummer 5">
            <a:extLst>
              <a:ext uri="{FF2B5EF4-FFF2-40B4-BE49-F238E27FC236}">
                <a16:creationId xmlns:a16="http://schemas.microsoft.com/office/drawing/2014/main" id="{136D1912-578F-7E68-51E9-27B2F00DCDD5}"/>
              </a:ext>
            </a:extLst>
          </p:cNvPr>
          <p:cNvSpPr>
            <a:spLocks noGrp="1"/>
          </p:cNvSpPr>
          <p:nvPr>
            <p:ph type="sldNum" sz="quarter" idx="12"/>
          </p:nvPr>
        </p:nvSpPr>
        <p:spPr/>
        <p:txBody>
          <a:bodyPr/>
          <a:lstStyle>
            <a:lvl1pPr>
              <a:defRPr>
                <a:solidFill>
                  <a:schemeClr val="lt1"/>
                </a:solidFill>
              </a:defRPr>
            </a:lvl1pPr>
          </a:lstStyle>
          <a:p>
            <a:fld id="{75567799-16DF-41EB-91D4-5F77DECB4B9E}" type="slidenum">
              <a:rPr lang="nb-NO" smtClean="0"/>
              <a:pPr/>
              <a:t>‹#›</a:t>
            </a:fld>
            <a:endParaRPr lang="nb-NO" dirty="0"/>
          </a:p>
        </p:txBody>
      </p:sp>
      <p:sp>
        <p:nvSpPr>
          <p:cNvPr id="10" name="Undertittel 8">
            <a:extLst>
              <a:ext uri="{FF2B5EF4-FFF2-40B4-BE49-F238E27FC236}">
                <a16:creationId xmlns:a16="http://schemas.microsoft.com/office/drawing/2014/main" id="{5701DB25-AA45-E795-20F5-DD730B0E8C89}"/>
              </a:ext>
            </a:extLst>
          </p:cNvPr>
          <p:cNvSpPr>
            <a:spLocks noGrp="1"/>
          </p:cNvSpPr>
          <p:nvPr>
            <p:ph type="subTitle" sz="quarter" idx="13"/>
          </p:nvPr>
        </p:nvSpPr>
        <p:spPr>
          <a:xfrm>
            <a:off x="451199" y="451201"/>
            <a:ext cx="5056728" cy="410369"/>
          </a:xfrm>
          <a:prstGeom prst="rect">
            <a:avLst/>
          </a:prstGeom>
        </p:spPr>
        <p:txBody>
          <a:bodyPr lIns="91440" tIns="45720" rIns="91440" bIns="45720"/>
          <a:lstStyle>
            <a:lvl1pPr marL="0" indent="0" algn="l">
              <a:buNone/>
              <a:defRPr sz="1867">
                <a:solidFill>
                  <a:schemeClr val="lt1"/>
                </a:solidFill>
              </a:defRPr>
            </a:lvl1pPr>
            <a:lvl2pPr marL="609585" indent="0" algn="ctr">
              <a:buNone/>
            </a:lvl2pPr>
            <a:lvl3pPr marL="1219170" indent="0" algn="ctr">
              <a:buNone/>
            </a:lvl3pPr>
            <a:lvl4pPr marL="1828754" indent="0" algn="ctr">
              <a:buNone/>
            </a:lvl4pPr>
            <a:lvl5pPr marL="2438339" indent="0" algn="ctr">
              <a:buNone/>
            </a:lvl5pPr>
            <a:lvl6pPr marL="3047924" indent="0" algn="ctr">
              <a:buNone/>
            </a:lvl6pPr>
            <a:lvl7pPr marL="3657509" indent="0" algn="ctr">
              <a:buNone/>
            </a:lvl7pPr>
            <a:lvl8pPr marL="4267093" indent="0" algn="ctr">
              <a:buNone/>
            </a:lvl8pPr>
            <a:lvl9pPr marL="4876678" indent="0" algn="ctr">
              <a:buNone/>
            </a:lvl9pPr>
          </a:lstStyle>
          <a:p>
            <a:r>
              <a:rPr lang="en-US"/>
              <a:t>Click to edit Master subtitle style</a:t>
            </a:r>
            <a:endParaRPr lang="nb-NO" dirty="0"/>
          </a:p>
        </p:txBody>
      </p:sp>
      <p:sp>
        <p:nvSpPr>
          <p:cNvPr id="8" name="Plassholder for bilde 14">
            <a:extLst>
              <a:ext uri="{FF2B5EF4-FFF2-40B4-BE49-F238E27FC236}">
                <a16:creationId xmlns:a16="http://schemas.microsoft.com/office/drawing/2014/main" id="{FB1BB1D9-8B3D-8538-A21F-C8EB496B1FC8}"/>
              </a:ext>
            </a:extLst>
          </p:cNvPr>
          <p:cNvSpPr>
            <a:spLocks noGrp="1"/>
          </p:cNvSpPr>
          <p:nvPr>
            <p:ph type="pic" sz="quarter" idx="14"/>
          </p:nvPr>
        </p:nvSpPr>
        <p:spPr>
          <a:xfrm>
            <a:off x="6096000" y="0"/>
            <a:ext cx="3036872" cy="2284800"/>
          </a:xfrm>
          <a:prstGeom prst="rect">
            <a:avLst/>
          </a:prstGeom>
          <a:solidFill>
            <a:srgbClr val="BFBFBF"/>
          </a:solidFill>
        </p:spPr>
        <p:txBody>
          <a:bodyPr tIns="585211"/>
          <a:lstStyle>
            <a:lvl1pPr marL="228594" indent="-228594" algn="ctr" defTabSz="914377" rtl="0" eaLnBrk="1" latinLnBrk="0" hangingPunct="1">
              <a:lnSpc>
                <a:spcPct val="110000"/>
              </a:lnSpc>
              <a:spcBef>
                <a:spcPts val="0"/>
              </a:spcBef>
              <a:buFont typeface="Arial" panose="020B0604020202020204" pitchFamily="34" charset="0"/>
              <a:buNone/>
              <a:defRPr sz="1600"/>
            </a:lvl1pPr>
          </a:lstStyle>
          <a:p>
            <a:r>
              <a:rPr lang="en-US"/>
              <a:t>Click icon to add picture</a:t>
            </a:r>
            <a:endParaRPr lang="nb-NO" dirty="0"/>
          </a:p>
        </p:txBody>
      </p:sp>
      <p:sp>
        <p:nvSpPr>
          <p:cNvPr id="12" name="Plassholder for innhold 2">
            <a:extLst>
              <a:ext uri="{FF2B5EF4-FFF2-40B4-BE49-F238E27FC236}">
                <a16:creationId xmlns:a16="http://schemas.microsoft.com/office/drawing/2014/main" id="{4DF3E944-209E-F87E-277F-85D008C49B0B}"/>
              </a:ext>
            </a:extLst>
          </p:cNvPr>
          <p:cNvSpPr>
            <a:spLocks noGrp="1"/>
          </p:cNvSpPr>
          <p:nvPr>
            <p:ph idx="1"/>
          </p:nvPr>
        </p:nvSpPr>
        <p:spPr>
          <a:xfrm>
            <a:off x="450693" y="2732453"/>
            <a:ext cx="5056728" cy="2848959"/>
          </a:xfrm>
        </p:spPr>
        <p:txBody>
          <a:bodyPr/>
          <a:lstStyle>
            <a:lvl1pPr>
              <a:defRPr>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dirty="0"/>
          </a:p>
        </p:txBody>
      </p:sp>
      <p:sp>
        <p:nvSpPr>
          <p:cNvPr id="9" name="Plassholder for lysbildenummer 4">
            <a:extLst>
              <a:ext uri="{FF2B5EF4-FFF2-40B4-BE49-F238E27FC236}">
                <a16:creationId xmlns:a16="http://schemas.microsoft.com/office/drawing/2014/main" id="{8434316E-029A-A075-9240-B2F2351FA7EF}"/>
              </a:ext>
            </a:extLst>
          </p:cNvPr>
          <p:cNvSpPr txBox="1">
            <a:spLocks/>
          </p:cNvSpPr>
          <p:nvPr userDrawn="1"/>
        </p:nvSpPr>
        <p:spPr>
          <a:xfrm>
            <a:off x="11210271" y="6404967"/>
            <a:ext cx="574284" cy="144000"/>
          </a:xfrm>
          <a:prstGeom prst="rect">
            <a:avLst/>
          </a:prstGeom>
        </p:spPr>
        <p:txBody>
          <a:bodyPr vert="horz" lIns="0" tIns="0" rIns="0" bIns="0" rtlCol="0" anchor="ctr"/>
          <a:lstStyle>
            <a:defPPr>
              <a:defRPr lang="nb-NO"/>
            </a:defPPr>
            <a:lvl1pPr marL="0" algn="r" defTabSz="685800" rtl="0" eaLnBrk="1" latinLnBrk="0" hangingPunct="1">
              <a:defRPr sz="900" kern="1200">
                <a:solidFill>
                  <a:schemeClr val="dk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fld id="{75567799-16DF-41EB-91D4-5F77DECB4B9E}" type="slidenum">
              <a:rPr lang="nb-NO" sz="1200" smtClean="0"/>
              <a:pPr/>
              <a:t>‹#›</a:t>
            </a:fld>
            <a:endParaRPr lang="nb-NO" sz="1200" dirty="0"/>
          </a:p>
        </p:txBody>
      </p:sp>
      <p:sp>
        <p:nvSpPr>
          <p:cNvPr id="15" name="Plassholder for bilde 14">
            <a:extLst>
              <a:ext uri="{FF2B5EF4-FFF2-40B4-BE49-F238E27FC236}">
                <a16:creationId xmlns:a16="http://schemas.microsoft.com/office/drawing/2014/main" id="{11CDD5BF-3059-C20A-1D67-EDAE512BD2CD}"/>
              </a:ext>
            </a:extLst>
          </p:cNvPr>
          <p:cNvSpPr>
            <a:spLocks noGrp="1"/>
          </p:cNvSpPr>
          <p:nvPr>
            <p:ph type="pic" sz="quarter" idx="15"/>
          </p:nvPr>
        </p:nvSpPr>
        <p:spPr>
          <a:xfrm>
            <a:off x="9132872" y="0"/>
            <a:ext cx="3067200" cy="2284800"/>
          </a:xfrm>
          <a:prstGeom prst="rect">
            <a:avLst/>
          </a:prstGeom>
          <a:solidFill>
            <a:srgbClr val="BFBFBF"/>
          </a:solidFill>
        </p:spPr>
        <p:txBody>
          <a:bodyPr tIns="585211"/>
          <a:lstStyle>
            <a:lvl1pPr marL="228594" indent="-228594" algn="ctr" defTabSz="914377" rtl="0" eaLnBrk="1" latinLnBrk="0" hangingPunct="1">
              <a:lnSpc>
                <a:spcPct val="110000"/>
              </a:lnSpc>
              <a:spcBef>
                <a:spcPts val="0"/>
              </a:spcBef>
              <a:buFont typeface="Arial" panose="020B0604020202020204" pitchFamily="34" charset="0"/>
              <a:buNone/>
              <a:defRPr sz="1600"/>
            </a:lvl1pPr>
          </a:lstStyle>
          <a:p>
            <a:r>
              <a:rPr lang="en-US"/>
              <a:t>Click icon to add picture</a:t>
            </a:r>
            <a:endParaRPr lang="nb-NO" dirty="0"/>
          </a:p>
        </p:txBody>
      </p:sp>
      <p:sp>
        <p:nvSpPr>
          <p:cNvPr id="11" name="Plassholder for bilde 14">
            <a:extLst>
              <a:ext uri="{FF2B5EF4-FFF2-40B4-BE49-F238E27FC236}">
                <a16:creationId xmlns:a16="http://schemas.microsoft.com/office/drawing/2014/main" id="{4FC69906-2847-B614-5C2D-A80E68FF4E3E}"/>
              </a:ext>
            </a:extLst>
          </p:cNvPr>
          <p:cNvSpPr>
            <a:spLocks noGrp="1"/>
          </p:cNvSpPr>
          <p:nvPr>
            <p:ph type="pic" sz="quarter" idx="18"/>
          </p:nvPr>
        </p:nvSpPr>
        <p:spPr>
          <a:xfrm>
            <a:off x="6096000" y="4569600"/>
            <a:ext cx="3036872" cy="2284800"/>
          </a:xfrm>
          <a:prstGeom prst="rect">
            <a:avLst/>
          </a:prstGeom>
          <a:solidFill>
            <a:srgbClr val="BFBFBF"/>
          </a:solidFill>
        </p:spPr>
        <p:txBody>
          <a:bodyPr tIns="585211"/>
          <a:lstStyle>
            <a:lvl1pPr marL="228594" indent="-228594" algn="ctr" defTabSz="914377" rtl="0" eaLnBrk="1" latinLnBrk="0" hangingPunct="1">
              <a:lnSpc>
                <a:spcPct val="110000"/>
              </a:lnSpc>
              <a:spcBef>
                <a:spcPts val="0"/>
              </a:spcBef>
              <a:buFont typeface="Arial" panose="020B0604020202020204" pitchFamily="34" charset="0"/>
              <a:buNone/>
              <a:defRPr sz="1600"/>
            </a:lvl1pPr>
          </a:lstStyle>
          <a:p>
            <a:r>
              <a:rPr lang="en-US"/>
              <a:t>Click icon to add picture</a:t>
            </a:r>
            <a:endParaRPr lang="nb-NO" dirty="0"/>
          </a:p>
        </p:txBody>
      </p:sp>
      <p:sp>
        <p:nvSpPr>
          <p:cNvPr id="13" name="Plassholder for bilde 14">
            <a:extLst>
              <a:ext uri="{FF2B5EF4-FFF2-40B4-BE49-F238E27FC236}">
                <a16:creationId xmlns:a16="http://schemas.microsoft.com/office/drawing/2014/main" id="{47BDAD97-1376-A151-EC24-E3D5B8CCBE53}"/>
              </a:ext>
            </a:extLst>
          </p:cNvPr>
          <p:cNvSpPr>
            <a:spLocks noGrp="1"/>
          </p:cNvSpPr>
          <p:nvPr>
            <p:ph type="pic" sz="quarter" idx="19"/>
          </p:nvPr>
        </p:nvSpPr>
        <p:spPr>
          <a:xfrm>
            <a:off x="9132872" y="4569600"/>
            <a:ext cx="3067200" cy="2284800"/>
          </a:xfrm>
          <a:prstGeom prst="rect">
            <a:avLst/>
          </a:prstGeom>
          <a:solidFill>
            <a:srgbClr val="BFBFBF"/>
          </a:solidFill>
        </p:spPr>
        <p:txBody>
          <a:bodyPr tIns="585211"/>
          <a:lstStyle>
            <a:lvl1pPr marL="228594" indent="-228594" algn="ctr" defTabSz="914377" rtl="0" eaLnBrk="1" latinLnBrk="0" hangingPunct="1">
              <a:lnSpc>
                <a:spcPct val="110000"/>
              </a:lnSpc>
              <a:spcBef>
                <a:spcPts val="0"/>
              </a:spcBef>
              <a:buFont typeface="Arial" panose="020B0604020202020204" pitchFamily="34" charset="0"/>
              <a:buNone/>
              <a:defRPr sz="1600"/>
            </a:lvl1pPr>
          </a:lstStyle>
          <a:p>
            <a:r>
              <a:rPr lang="en-US"/>
              <a:t>Click icon to add picture</a:t>
            </a:r>
            <a:endParaRPr lang="nb-NO" dirty="0"/>
          </a:p>
        </p:txBody>
      </p:sp>
      <p:pic>
        <p:nvPicPr>
          <p:cNvPr id="14" name="Picture 15">
            <a:extLst>
              <a:ext uri="{FF2B5EF4-FFF2-40B4-BE49-F238E27FC236}">
                <a16:creationId xmlns:a16="http://schemas.microsoft.com/office/drawing/2014/main" id="{FA7DA0DE-519C-C34F-5836-06109ECF9C1E}"/>
              </a:ext>
            </a:extLst>
          </p:cNvPr>
          <p:cNvPicPr>
            <a:picLocks noChangeAspect="1"/>
          </p:cNvPicPr>
          <p:nvPr userDrawn="1"/>
        </p:nvPicPr>
        <p:blipFill>
          <a:blip r:embed="rId5" cstate="print">
            <a:extLst>
              <a:ext uri="{28A0092B-C50C-407E-A947-70E740481C1C}">
                <a14:useLocalDpi xmlns:a14="http://schemas.microsoft.com/office/drawing/2010/main"/>
              </a:ext>
            </a:extLst>
          </a:blip>
          <a:srcRect/>
          <a:stretch/>
        </p:blipFill>
        <p:spPr>
          <a:xfrm>
            <a:off x="452032" y="6173387"/>
            <a:ext cx="1073373" cy="202199"/>
          </a:xfrm>
          <a:prstGeom prst="rect">
            <a:avLst/>
          </a:prstGeom>
        </p:spPr>
      </p:pic>
      <p:sp>
        <p:nvSpPr>
          <p:cNvPr id="3" name="Plassholder for lysbildenummer 5">
            <a:extLst>
              <a:ext uri="{FF2B5EF4-FFF2-40B4-BE49-F238E27FC236}">
                <a16:creationId xmlns:a16="http://schemas.microsoft.com/office/drawing/2014/main" id="{FD4E808F-DE60-0A5B-B3B6-204EA0C25230}"/>
              </a:ext>
            </a:extLst>
          </p:cNvPr>
          <p:cNvSpPr txBox="1">
            <a:spLocks/>
          </p:cNvSpPr>
          <p:nvPr userDrawn="1"/>
        </p:nvSpPr>
        <p:spPr>
          <a:xfrm>
            <a:off x="11192400" y="6202800"/>
            <a:ext cx="574284" cy="144000"/>
          </a:xfrm>
          <a:prstGeom prst="rect">
            <a:avLst/>
          </a:prstGeom>
        </p:spPr>
        <p:txBody>
          <a:bodyPr vert="horz" lIns="0" tIns="0" rIns="0" bIns="0" rtlCol="0" anchor="ctr"/>
          <a:lstStyle>
            <a:defPPr>
              <a:defRPr lang="nb-NO"/>
            </a:defPPr>
            <a:lvl1pPr marL="0" algn="r" defTabSz="914377" rtl="0" eaLnBrk="1" latinLnBrk="0" hangingPunct="1">
              <a:defRPr sz="1200" kern="1200">
                <a:solidFill>
                  <a:schemeClr val="lt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fld id="{75567799-16DF-41EB-91D4-5F77DECB4B9E}" type="slidenum">
              <a:rPr lang="nb-NO" smtClean="0"/>
              <a:pPr/>
              <a:t>‹#›</a:t>
            </a:fld>
            <a:endParaRPr lang="nb-NO" dirty="0"/>
          </a:p>
        </p:txBody>
      </p:sp>
    </p:spTree>
    <p:extLst>
      <p:ext uri="{BB962C8B-B14F-4D97-AF65-F5344CB8AC3E}">
        <p14:creationId xmlns:p14="http://schemas.microsoft.com/office/powerpoint/2010/main" val="58341830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3_Title, text and picture #4">
    <p:bg>
      <p:bgPr>
        <a:solidFill>
          <a:schemeClr val="accent1">
            <a:lumMod val="40000"/>
            <a:lumOff val="60000"/>
          </a:schemeClr>
        </a:solidFill>
        <a:effectLst/>
      </p:bgPr>
    </p:bg>
    <p:spTree>
      <p:nvGrpSpPr>
        <p:cNvPr id="1" name=""/>
        <p:cNvGrpSpPr/>
        <p:nvPr/>
      </p:nvGrpSpPr>
      <p:grpSpPr>
        <a:xfrm>
          <a:off x="0" y="0"/>
          <a:ext cx="0" cy="0"/>
          <a:chOff x="0" y="0"/>
          <a:chExt cx="0" cy="0"/>
        </a:xfrm>
      </p:grpSpPr>
      <p:graphicFrame>
        <p:nvGraphicFramePr>
          <p:cNvPr id="19" name="think-cell data - do not delete" hidden="1">
            <a:extLst>
              <a:ext uri="{FF2B5EF4-FFF2-40B4-BE49-F238E27FC236}">
                <a16:creationId xmlns:a16="http://schemas.microsoft.com/office/drawing/2014/main" id="{66DFA45B-C4C2-A3E0-3E4A-92BC2E305C27}"/>
              </a:ext>
            </a:extLst>
          </p:cNvPr>
          <p:cNvGraphicFramePr>
            <a:graphicFrameLocks noChangeAspect="1"/>
          </p:cNvGraphicFramePr>
          <p:nvPr userDrawn="1">
            <p:custDataLst>
              <p:tags r:id="rId1"/>
            </p:custDataLst>
            <p:extLst>
              <p:ext uri="{D42A27DB-BD31-4B8C-83A1-F6EECF244321}">
                <p14:modId xmlns:p14="http://schemas.microsoft.com/office/powerpoint/2010/main" val="2163157742"/>
              </p:ext>
            </p:extLst>
          </p:nvPr>
        </p:nvGraphicFramePr>
        <p:xfrm>
          <a:off x="2118" y="2118"/>
          <a:ext cx="2117" cy="2117"/>
        </p:xfrm>
        <a:graphic>
          <a:graphicData uri="http://schemas.openxmlformats.org/presentationml/2006/ole">
            <mc:AlternateContent xmlns:mc="http://schemas.openxmlformats.org/markup-compatibility/2006">
              <mc:Choice xmlns:v="urn:schemas-microsoft-com:vml" Requires="v">
                <p:oleObj name="think-cell Slide" r:id="rId3" imgW="408" imgH="408" progId="TCLayout.ActiveDocument.1">
                  <p:embed/>
                </p:oleObj>
              </mc:Choice>
              <mc:Fallback>
                <p:oleObj name="think-cell Slide" r:id="rId3" imgW="408" imgH="408" progId="TCLayout.ActiveDocument.1">
                  <p:embed/>
                  <p:pic>
                    <p:nvPicPr>
                      <p:cNvPr id="19" name="think-cell data - do not delete" hidden="1">
                        <a:extLst>
                          <a:ext uri="{FF2B5EF4-FFF2-40B4-BE49-F238E27FC236}">
                            <a16:creationId xmlns:a16="http://schemas.microsoft.com/office/drawing/2014/main" id="{66DFA45B-C4C2-A3E0-3E4A-92BC2E305C27}"/>
                          </a:ext>
                        </a:extLst>
                      </p:cNvPr>
                      <p:cNvPicPr/>
                      <p:nvPr/>
                    </p:nvPicPr>
                    <p:blipFill>
                      <a:blip r:embed="rId4"/>
                      <a:stretch>
                        <a:fillRect/>
                      </a:stretch>
                    </p:blipFill>
                    <p:spPr>
                      <a:xfrm>
                        <a:off x="2118" y="2118"/>
                        <a:ext cx="2117" cy="2117"/>
                      </a:xfrm>
                      <a:prstGeom prst="rect">
                        <a:avLst/>
                      </a:prstGeom>
                    </p:spPr>
                  </p:pic>
                </p:oleObj>
              </mc:Fallback>
            </mc:AlternateContent>
          </a:graphicData>
        </a:graphic>
      </p:graphicFrame>
      <p:sp>
        <p:nvSpPr>
          <p:cNvPr id="4" name="Plassholder for dato 3">
            <a:extLst>
              <a:ext uri="{FF2B5EF4-FFF2-40B4-BE49-F238E27FC236}">
                <a16:creationId xmlns:a16="http://schemas.microsoft.com/office/drawing/2014/main" id="{6415BFFD-4019-4E4D-29DD-0B9F958E993C}"/>
              </a:ext>
            </a:extLst>
          </p:cNvPr>
          <p:cNvSpPr>
            <a:spLocks noGrp="1"/>
          </p:cNvSpPr>
          <p:nvPr>
            <p:ph type="dt" sz="half" idx="10"/>
          </p:nvPr>
        </p:nvSpPr>
        <p:spPr>
          <a:xfrm>
            <a:off x="0" y="-257361"/>
            <a:ext cx="0" cy="205184"/>
          </a:xfrm>
          <a:prstGeom prst="rect">
            <a:avLst/>
          </a:prstGeom>
        </p:spPr>
        <p:txBody>
          <a:bodyPr/>
          <a:lstStyle/>
          <a:p>
            <a:fld id="{0CFF321A-25EE-45DB-97BB-8AC4499437FF}" type="datetime1">
              <a:rPr lang="nb-NO" smtClean="0"/>
              <a:t>06.01.2025</a:t>
            </a:fld>
            <a:endParaRPr lang="nb-NO" dirty="0"/>
          </a:p>
        </p:txBody>
      </p:sp>
      <p:sp>
        <p:nvSpPr>
          <p:cNvPr id="5" name="Plassholder for bunntekst 4">
            <a:extLst>
              <a:ext uri="{FF2B5EF4-FFF2-40B4-BE49-F238E27FC236}">
                <a16:creationId xmlns:a16="http://schemas.microsoft.com/office/drawing/2014/main" id="{A85F14F5-4F21-522C-2C06-48F1BC0A4CA7}"/>
              </a:ext>
            </a:extLst>
          </p:cNvPr>
          <p:cNvSpPr>
            <a:spLocks noGrp="1"/>
          </p:cNvSpPr>
          <p:nvPr>
            <p:ph type="ftr" sz="quarter" idx="11"/>
          </p:nvPr>
        </p:nvSpPr>
        <p:spPr>
          <a:xfrm>
            <a:off x="2146100" y="6150583"/>
            <a:ext cx="2269381" cy="246221"/>
          </a:xfrm>
          <a:prstGeom prst="rect">
            <a:avLst/>
          </a:prstGeom>
        </p:spPr>
        <p:txBody>
          <a:bodyPr/>
          <a:lstStyle>
            <a:lvl1pPr>
              <a:defRPr>
                <a:solidFill>
                  <a:schemeClr val="lt1"/>
                </a:solidFill>
              </a:defRPr>
            </a:lvl1pPr>
          </a:lstStyle>
          <a:p>
            <a:r>
              <a:rPr lang="en-US" dirty="0"/>
              <a:t>See Statement of Proprietary information</a:t>
            </a:r>
            <a:endParaRPr lang="nb-NO" dirty="0"/>
          </a:p>
        </p:txBody>
      </p:sp>
      <p:sp>
        <p:nvSpPr>
          <p:cNvPr id="6" name="Plassholder for lysbildenummer 5">
            <a:extLst>
              <a:ext uri="{FF2B5EF4-FFF2-40B4-BE49-F238E27FC236}">
                <a16:creationId xmlns:a16="http://schemas.microsoft.com/office/drawing/2014/main" id="{136D1912-578F-7E68-51E9-27B2F00DCDD5}"/>
              </a:ext>
            </a:extLst>
          </p:cNvPr>
          <p:cNvSpPr>
            <a:spLocks noGrp="1"/>
          </p:cNvSpPr>
          <p:nvPr>
            <p:ph type="sldNum" sz="quarter" idx="12"/>
          </p:nvPr>
        </p:nvSpPr>
        <p:spPr/>
        <p:txBody>
          <a:bodyPr/>
          <a:lstStyle>
            <a:lvl1pPr>
              <a:defRPr>
                <a:solidFill>
                  <a:schemeClr val="lt1"/>
                </a:solidFill>
              </a:defRPr>
            </a:lvl1pPr>
          </a:lstStyle>
          <a:p>
            <a:fld id="{75567799-16DF-41EB-91D4-5F77DECB4B9E}" type="slidenum">
              <a:rPr lang="nb-NO" smtClean="0"/>
              <a:pPr/>
              <a:t>‹#›</a:t>
            </a:fld>
            <a:endParaRPr lang="nb-NO" dirty="0"/>
          </a:p>
        </p:txBody>
      </p:sp>
      <p:sp>
        <p:nvSpPr>
          <p:cNvPr id="12" name="Plassholder for innhold 2">
            <a:extLst>
              <a:ext uri="{FF2B5EF4-FFF2-40B4-BE49-F238E27FC236}">
                <a16:creationId xmlns:a16="http://schemas.microsoft.com/office/drawing/2014/main" id="{4DF3E944-209E-F87E-277F-85D008C49B0B}"/>
              </a:ext>
            </a:extLst>
          </p:cNvPr>
          <p:cNvSpPr>
            <a:spLocks noGrp="1"/>
          </p:cNvSpPr>
          <p:nvPr>
            <p:ph idx="1"/>
          </p:nvPr>
        </p:nvSpPr>
        <p:spPr>
          <a:xfrm>
            <a:off x="450693" y="2732453"/>
            <a:ext cx="5056728" cy="2848959"/>
          </a:xfrm>
        </p:spPr>
        <p:txBody>
          <a:bodyPr/>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dirty="0"/>
          </a:p>
        </p:txBody>
      </p:sp>
      <p:sp>
        <p:nvSpPr>
          <p:cNvPr id="9" name="Plassholder for lysbildenummer 4">
            <a:extLst>
              <a:ext uri="{FF2B5EF4-FFF2-40B4-BE49-F238E27FC236}">
                <a16:creationId xmlns:a16="http://schemas.microsoft.com/office/drawing/2014/main" id="{8434316E-029A-A075-9240-B2F2351FA7EF}"/>
              </a:ext>
            </a:extLst>
          </p:cNvPr>
          <p:cNvSpPr txBox="1">
            <a:spLocks/>
          </p:cNvSpPr>
          <p:nvPr userDrawn="1"/>
        </p:nvSpPr>
        <p:spPr>
          <a:xfrm>
            <a:off x="11210271" y="6404967"/>
            <a:ext cx="574284" cy="144000"/>
          </a:xfrm>
          <a:prstGeom prst="rect">
            <a:avLst/>
          </a:prstGeom>
        </p:spPr>
        <p:txBody>
          <a:bodyPr vert="horz" lIns="0" tIns="0" rIns="0" bIns="0" rtlCol="0" anchor="ctr"/>
          <a:lstStyle>
            <a:defPPr>
              <a:defRPr lang="nb-NO"/>
            </a:defPPr>
            <a:lvl1pPr marL="0" algn="r" defTabSz="685800" rtl="0" eaLnBrk="1" latinLnBrk="0" hangingPunct="1">
              <a:defRPr sz="900" kern="1200">
                <a:solidFill>
                  <a:schemeClr val="dk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fld id="{75567799-16DF-41EB-91D4-5F77DECB4B9E}" type="slidenum">
              <a:rPr lang="nb-NO" sz="1200" smtClean="0"/>
              <a:pPr/>
              <a:t>‹#›</a:t>
            </a:fld>
            <a:endParaRPr lang="nb-NO" sz="1200" dirty="0"/>
          </a:p>
        </p:txBody>
      </p:sp>
      <p:sp>
        <p:nvSpPr>
          <p:cNvPr id="13" name="Plassholder for bilde 14">
            <a:extLst>
              <a:ext uri="{FF2B5EF4-FFF2-40B4-BE49-F238E27FC236}">
                <a16:creationId xmlns:a16="http://schemas.microsoft.com/office/drawing/2014/main" id="{47BDAD97-1376-A151-EC24-E3D5B8CCBE53}"/>
              </a:ext>
            </a:extLst>
          </p:cNvPr>
          <p:cNvSpPr>
            <a:spLocks noGrp="1"/>
          </p:cNvSpPr>
          <p:nvPr>
            <p:ph type="pic" sz="quarter" idx="19"/>
          </p:nvPr>
        </p:nvSpPr>
        <p:spPr>
          <a:xfrm>
            <a:off x="6096000" y="0"/>
            <a:ext cx="6104072" cy="6854400"/>
          </a:xfrm>
          <a:prstGeom prst="rect">
            <a:avLst/>
          </a:prstGeom>
          <a:solidFill>
            <a:schemeClr val="bg1"/>
          </a:solidFill>
        </p:spPr>
        <p:txBody>
          <a:bodyPr tIns="585211" anchor="ctr"/>
          <a:lstStyle>
            <a:lvl1pPr marL="228594" indent="-228594" algn="ctr" defTabSz="914377" rtl="0" eaLnBrk="1" latinLnBrk="0" hangingPunct="1">
              <a:lnSpc>
                <a:spcPct val="110000"/>
              </a:lnSpc>
              <a:spcBef>
                <a:spcPts val="0"/>
              </a:spcBef>
              <a:buFont typeface="Arial" panose="020B0604020202020204" pitchFamily="34" charset="0"/>
              <a:buNone/>
              <a:defRPr sz="1600"/>
            </a:lvl1pPr>
          </a:lstStyle>
          <a:p>
            <a:r>
              <a:rPr lang="en-US"/>
              <a:t>Click icon to add picture</a:t>
            </a:r>
            <a:endParaRPr lang="nb-NO" dirty="0"/>
          </a:p>
        </p:txBody>
      </p:sp>
      <p:pic>
        <p:nvPicPr>
          <p:cNvPr id="14" name="Picture 15">
            <a:extLst>
              <a:ext uri="{FF2B5EF4-FFF2-40B4-BE49-F238E27FC236}">
                <a16:creationId xmlns:a16="http://schemas.microsoft.com/office/drawing/2014/main" id="{AC785C32-994D-DFB7-0553-A61E7259868D}"/>
              </a:ext>
            </a:extLst>
          </p:cNvPr>
          <p:cNvPicPr>
            <a:picLocks noChangeAspect="1"/>
          </p:cNvPicPr>
          <p:nvPr userDrawn="1"/>
        </p:nvPicPr>
        <p:blipFill>
          <a:blip r:embed="rId5" cstate="print">
            <a:extLst>
              <a:ext uri="{28A0092B-C50C-407E-A947-70E740481C1C}">
                <a14:useLocalDpi xmlns:a14="http://schemas.microsoft.com/office/drawing/2010/main"/>
              </a:ext>
            </a:extLst>
          </a:blip>
          <a:srcRect/>
          <a:stretch/>
        </p:blipFill>
        <p:spPr>
          <a:xfrm>
            <a:off x="452032" y="6173387"/>
            <a:ext cx="1073373" cy="202197"/>
          </a:xfrm>
          <a:prstGeom prst="rect">
            <a:avLst/>
          </a:prstGeom>
        </p:spPr>
      </p:pic>
      <p:sp>
        <p:nvSpPr>
          <p:cNvPr id="20" name="Tittel 1">
            <a:extLst>
              <a:ext uri="{FF2B5EF4-FFF2-40B4-BE49-F238E27FC236}">
                <a16:creationId xmlns:a16="http://schemas.microsoft.com/office/drawing/2014/main" id="{2CF9DC73-45CE-605E-C1D3-1D3C0EB8AE22}"/>
              </a:ext>
            </a:extLst>
          </p:cNvPr>
          <p:cNvSpPr>
            <a:spLocks noGrp="1"/>
          </p:cNvSpPr>
          <p:nvPr>
            <p:ph type="title"/>
          </p:nvPr>
        </p:nvSpPr>
        <p:spPr>
          <a:xfrm>
            <a:off x="450695" y="783288"/>
            <a:ext cx="4872640" cy="1379992"/>
          </a:xfrm>
        </p:spPr>
        <p:txBody>
          <a:bodyPr vert="horz"/>
          <a:lstStyle/>
          <a:p>
            <a:r>
              <a:rPr lang="en-US"/>
              <a:t>Click to edit Master title style</a:t>
            </a:r>
            <a:endParaRPr lang="nb-NO" dirty="0"/>
          </a:p>
        </p:txBody>
      </p:sp>
      <p:sp>
        <p:nvSpPr>
          <p:cNvPr id="21" name="Undertittel 11">
            <a:extLst>
              <a:ext uri="{FF2B5EF4-FFF2-40B4-BE49-F238E27FC236}">
                <a16:creationId xmlns:a16="http://schemas.microsoft.com/office/drawing/2014/main" id="{FA9023AD-ADF2-0759-9CFD-00756159908A}"/>
              </a:ext>
            </a:extLst>
          </p:cNvPr>
          <p:cNvSpPr>
            <a:spLocks noGrp="1"/>
          </p:cNvSpPr>
          <p:nvPr>
            <p:ph type="subTitle" sz="quarter" idx="20"/>
          </p:nvPr>
        </p:nvSpPr>
        <p:spPr>
          <a:xfrm>
            <a:off x="451200" y="451202"/>
            <a:ext cx="4872640" cy="410369"/>
          </a:xfrm>
          <a:prstGeom prst="rect">
            <a:avLst/>
          </a:prstGeom>
        </p:spPr>
        <p:txBody>
          <a:bodyPr lIns="91440" tIns="45720" rIns="91440" bIns="45720" anchor="b"/>
          <a:lstStyle>
            <a:lvl1pPr marL="0" indent="0" algn="l">
              <a:buNone/>
              <a:defRPr sz="1867">
                <a:solidFill>
                  <a:schemeClr val="tx1">
                    <a:lumMod val="75000"/>
                    <a:lumOff val="25000"/>
                  </a:schemeClr>
                </a:solidFill>
              </a:defRPr>
            </a:lvl1pPr>
            <a:lvl2pPr marL="609585" indent="0" algn="ctr">
              <a:buNone/>
            </a:lvl2pPr>
            <a:lvl3pPr marL="1219170" indent="0" algn="ctr">
              <a:buNone/>
            </a:lvl3pPr>
            <a:lvl4pPr marL="1828754" indent="0" algn="ctr">
              <a:buNone/>
            </a:lvl4pPr>
            <a:lvl5pPr marL="2438339" indent="0" algn="ctr">
              <a:buNone/>
            </a:lvl5pPr>
            <a:lvl6pPr marL="3047924" indent="0" algn="ctr">
              <a:buNone/>
            </a:lvl6pPr>
            <a:lvl7pPr marL="3657509" indent="0" algn="ctr">
              <a:buNone/>
            </a:lvl7pPr>
            <a:lvl8pPr marL="4267093" indent="0" algn="ctr">
              <a:buNone/>
            </a:lvl8pPr>
            <a:lvl9pPr marL="4876678" indent="0" algn="ctr">
              <a:buNone/>
            </a:lvl9pPr>
          </a:lstStyle>
          <a:p>
            <a:r>
              <a:rPr lang="en-US"/>
              <a:t>Click to edit Master subtitle style</a:t>
            </a:r>
            <a:endParaRPr lang="nb-NO" dirty="0"/>
          </a:p>
        </p:txBody>
      </p:sp>
      <p:sp>
        <p:nvSpPr>
          <p:cNvPr id="2" name="Plassholder for lysbildenummer 4">
            <a:extLst>
              <a:ext uri="{FF2B5EF4-FFF2-40B4-BE49-F238E27FC236}">
                <a16:creationId xmlns:a16="http://schemas.microsoft.com/office/drawing/2014/main" id="{7484DA2C-374D-4DA7-A526-7651FB833A02}"/>
              </a:ext>
            </a:extLst>
          </p:cNvPr>
          <p:cNvSpPr txBox="1">
            <a:spLocks/>
          </p:cNvSpPr>
          <p:nvPr userDrawn="1"/>
        </p:nvSpPr>
        <p:spPr>
          <a:xfrm>
            <a:off x="11192400" y="6202800"/>
            <a:ext cx="574284" cy="144000"/>
          </a:xfrm>
          <a:prstGeom prst="rect">
            <a:avLst/>
          </a:prstGeom>
        </p:spPr>
        <p:txBody>
          <a:bodyPr vert="horz" lIns="0" tIns="0" rIns="0" bIns="0" rtlCol="0" anchor="ctr"/>
          <a:lstStyle>
            <a:defPPr>
              <a:defRPr lang="nb-NO"/>
            </a:defPPr>
            <a:lvl1pPr marL="0" algn="r" defTabSz="914377" rtl="0" eaLnBrk="1" latinLnBrk="0" hangingPunct="1">
              <a:defRPr sz="1200" kern="1200">
                <a:solidFill>
                  <a:schemeClr val="dk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fld id="{75567799-16DF-41EB-91D4-5F77DECB4B9E}" type="slidenum">
              <a:rPr lang="nb-NO" smtClean="0"/>
              <a:pPr/>
              <a:t>‹#›</a:t>
            </a:fld>
            <a:endParaRPr lang="nb-NO" dirty="0"/>
          </a:p>
        </p:txBody>
      </p:sp>
    </p:spTree>
    <p:extLst>
      <p:ext uri="{BB962C8B-B14F-4D97-AF65-F5344CB8AC3E}">
        <p14:creationId xmlns:p14="http://schemas.microsoft.com/office/powerpoint/2010/main" val="343559270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Quote">
    <p:spTree>
      <p:nvGrpSpPr>
        <p:cNvPr id="1" name=""/>
        <p:cNvGrpSpPr/>
        <p:nvPr/>
      </p:nvGrpSpPr>
      <p:grpSpPr>
        <a:xfrm>
          <a:off x="0" y="0"/>
          <a:ext cx="0" cy="0"/>
          <a:chOff x="0" y="0"/>
          <a:chExt cx="0" cy="0"/>
        </a:xfrm>
      </p:grpSpPr>
      <p:sp>
        <p:nvSpPr>
          <p:cNvPr id="2" name="Plassholder for bilde 14">
            <a:extLst>
              <a:ext uri="{FF2B5EF4-FFF2-40B4-BE49-F238E27FC236}">
                <a16:creationId xmlns:a16="http://schemas.microsoft.com/office/drawing/2014/main" id="{DC3BC24A-D7FF-7628-AF55-20DE49F92142}"/>
              </a:ext>
            </a:extLst>
          </p:cNvPr>
          <p:cNvSpPr>
            <a:spLocks noGrp="1"/>
          </p:cNvSpPr>
          <p:nvPr>
            <p:ph type="pic" sz="quarter" idx="13" hasCustomPrompt="1"/>
          </p:nvPr>
        </p:nvSpPr>
        <p:spPr>
          <a:xfrm>
            <a:off x="2" y="-1"/>
            <a:ext cx="12191999" cy="6858000"/>
          </a:xfrm>
          <a:prstGeom prst="rect">
            <a:avLst/>
          </a:prstGeom>
          <a:solidFill>
            <a:srgbClr val="BFBFBF"/>
          </a:solidFill>
        </p:spPr>
        <p:txBody>
          <a:bodyPr tIns="585211"/>
          <a:lstStyle>
            <a:lvl1pPr marL="228594" indent="-228594" algn="ctr" defTabSz="914377" rtl="0" eaLnBrk="1" latinLnBrk="0" hangingPunct="1">
              <a:lnSpc>
                <a:spcPct val="110000"/>
              </a:lnSpc>
              <a:spcBef>
                <a:spcPts val="0"/>
              </a:spcBef>
              <a:buFont typeface="Arial" panose="020B0604020202020204" pitchFamily="34" charset="0"/>
              <a:buNone/>
              <a:defRPr sz="1600"/>
            </a:lvl1pPr>
          </a:lstStyle>
          <a:p>
            <a:r>
              <a:rPr lang="nb-NO"/>
              <a:t>Insert picture here via «Insert» -&gt; «Picture» from the toolbar</a:t>
            </a:r>
            <a:endParaRPr lang="nb-NO" dirty="0"/>
          </a:p>
        </p:txBody>
      </p:sp>
      <p:sp>
        <p:nvSpPr>
          <p:cNvPr id="8" name="Plassholder for tekst 15">
            <a:extLst>
              <a:ext uri="{FF2B5EF4-FFF2-40B4-BE49-F238E27FC236}">
                <a16:creationId xmlns:a16="http://schemas.microsoft.com/office/drawing/2014/main" id="{68836F75-6247-CFA3-F702-608417C43380}"/>
              </a:ext>
            </a:extLst>
          </p:cNvPr>
          <p:cNvSpPr>
            <a:spLocks noGrp="1"/>
          </p:cNvSpPr>
          <p:nvPr>
            <p:ph type="body" sz="quarter" idx="16" hasCustomPrompt="1"/>
          </p:nvPr>
        </p:nvSpPr>
        <p:spPr>
          <a:xfrm rot="5400000">
            <a:off x="1380000" y="-1380000"/>
            <a:ext cx="6859200" cy="9619200"/>
          </a:xfrm>
          <a:prstGeom prst="rect">
            <a:avLst/>
          </a:prstGeom>
          <a:gradFill>
            <a:gsLst>
              <a:gs pos="0">
                <a:schemeClr val="tx1">
                  <a:alpha val="0"/>
                </a:schemeClr>
              </a:gs>
              <a:gs pos="99000">
                <a:schemeClr val="tx1">
                  <a:alpha val="49841"/>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lvl1pPr marL="0" indent="0">
              <a:buNone/>
              <a:defRPr lang="nb-NO" sz="133">
                <a:solidFill>
                  <a:schemeClr val="lt1"/>
                </a:solidFill>
              </a:defRPr>
            </a:lvl1pPr>
          </a:lstStyle>
          <a:p>
            <a:pPr marL="0" lvl="0" algn="ctr"/>
            <a:r>
              <a:rPr lang="nb-NO"/>
              <a:t> </a:t>
            </a:r>
            <a:endParaRPr lang="nb-NO" dirty="0"/>
          </a:p>
        </p:txBody>
      </p:sp>
      <p:sp>
        <p:nvSpPr>
          <p:cNvPr id="3" name="Plassholder for dato 2">
            <a:extLst>
              <a:ext uri="{FF2B5EF4-FFF2-40B4-BE49-F238E27FC236}">
                <a16:creationId xmlns:a16="http://schemas.microsoft.com/office/drawing/2014/main" id="{F8753C4E-6D3F-E4B9-9500-62E39A21C675}"/>
              </a:ext>
            </a:extLst>
          </p:cNvPr>
          <p:cNvSpPr>
            <a:spLocks noGrp="1"/>
          </p:cNvSpPr>
          <p:nvPr>
            <p:ph type="dt" sz="half" idx="10"/>
          </p:nvPr>
        </p:nvSpPr>
        <p:spPr>
          <a:xfrm>
            <a:off x="0" y="-257361"/>
            <a:ext cx="0" cy="205184"/>
          </a:xfrm>
          <a:prstGeom prst="rect">
            <a:avLst/>
          </a:prstGeom>
        </p:spPr>
        <p:txBody>
          <a:bodyPr/>
          <a:lstStyle/>
          <a:p>
            <a:fld id="{8049B0F7-39AE-40BC-8497-581B83AC5F34}" type="datetime1">
              <a:rPr lang="nb-NO" smtClean="0"/>
              <a:pPr/>
              <a:t>06.01.2025</a:t>
            </a:fld>
            <a:endParaRPr lang="nb-NO" dirty="0"/>
          </a:p>
        </p:txBody>
      </p:sp>
      <p:sp>
        <p:nvSpPr>
          <p:cNvPr id="9" name="Tittel 1">
            <a:extLst>
              <a:ext uri="{FF2B5EF4-FFF2-40B4-BE49-F238E27FC236}">
                <a16:creationId xmlns:a16="http://schemas.microsoft.com/office/drawing/2014/main" id="{25866FCB-DB0B-AA78-C3F5-BE04CE1746BE}"/>
              </a:ext>
            </a:extLst>
          </p:cNvPr>
          <p:cNvSpPr>
            <a:spLocks noGrp="1"/>
          </p:cNvSpPr>
          <p:nvPr>
            <p:ph type="title"/>
          </p:nvPr>
        </p:nvSpPr>
        <p:spPr>
          <a:xfrm>
            <a:off x="450694" y="2054265"/>
            <a:ext cx="7589853" cy="2749471"/>
          </a:xfrm>
        </p:spPr>
        <p:txBody>
          <a:bodyPr>
            <a:noAutofit/>
          </a:bodyPr>
          <a:lstStyle>
            <a:lvl1pPr>
              <a:defRPr sz="4267">
                <a:solidFill>
                  <a:schemeClr val="lt1"/>
                </a:solidFill>
              </a:defRPr>
            </a:lvl1pPr>
          </a:lstStyle>
          <a:p>
            <a:r>
              <a:rPr lang="en-US"/>
              <a:t>Click to edit Master title style</a:t>
            </a:r>
            <a:endParaRPr lang="nb-NO" dirty="0"/>
          </a:p>
        </p:txBody>
      </p:sp>
      <p:sp>
        <p:nvSpPr>
          <p:cNvPr id="7" name="Plassholder for lysbildenummer 5">
            <a:extLst>
              <a:ext uri="{FF2B5EF4-FFF2-40B4-BE49-F238E27FC236}">
                <a16:creationId xmlns:a16="http://schemas.microsoft.com/office/drawing/2014/main" id="{47DB94F9-4DC1-CCBF-1A61-A585E03AFAE6}"/>
              </a:ext>
            </a:extLst>
          </p:cNvPr>
          <p:cNvSpPr>
            <a:spLocks noGrp="1"/>
          </p:cNvSpPr>
          <p:nvPr>
            <p:ph type="sldNum" sz="quarter" idx="12"/>
          </p:nvPr>
        </p:nvSpPr>
        <p:spPr>
          <a:xfrm>
            <a:off x="11192400" y="6201767"/>
            <a:ext cx="574284" cy="144000"/>
          </a:xfrm>
        </p:spPr>
        <p:txBody>
          <a:bodyPr/>
          <a:lstStyle>
            <a:lvl1pPr>
              <a:defRPr>
                <a:solidFill>
                  <a:schemeClr val="lt1"/>
                </a:solidFill>
              </a:defRPr>
            </a:lvl1pPr>
          </a:lstStyle>
          <a:p>
            <a:fld id="{75567799-16DF-41EB-91D4-5F77DECB4B9E}" type="slidenum">
              <a:rPr lang="nb-NO" smtClean="0"/>
              <a:pPr/>
              <a:t>‹#›</a:t>
            </a:fld>
            <a:endParaRPr lang="nb-NO" dirty="0"/>
          </a:p>
        </p:txBody>
      </p:sp>
      <p:sp>
        <p:nvSpPr>
          <p:cNvPr id="11" name="Plassholder for bunntekst 4">
            <a:extLst>
              <a:ext uri="{FF2B5EF4-FFF2-40B4-BE49-F238E27FC236}">
                <a16:creationId xmlns:a16="http://schemas.microsoft.com/office/drawing/2014/main" id="{7B5B7256-6F0B-9770-4416-EAED24A11AF9}"/>
              </a:ext>
            </a:extLst>
          </p:cNvPr>
          <p:cNvSpPr txBox="1">
            <a:spLocks/>
          </p:cNvSpPr>
          <p:nvPr userDrawn="1"/>
        </p:nvSpPr>
        <p:spPr>
          <a:xfrm>
            <a:off x="2146100" y="6150583"/>
            <a:ext cx="2269381" cy="246221"/>
          </a:xfrm>
          <a:prstGeom prst="rect">
            <a:avLst/>
          </a:prstGeom>
        </p:spPr>
        <p:txBody>
          <a:bodyPr vert="horz" lIns="121920" tIns="60960" rIns="121920" bIns="60960" rtlCol="0" anchor="ctr"/>
          <a:lstStyle>
            <a:defPPr>
              <a:defRPr lang="nb-NO"/>
            </a:defPPr>
            <a:lvl1pPr marL="0" algn="l" defTabSz="685800" rtl="0" eaLnBrk="1" latinLnBrk="0" hangingPunct="1">
              <a:defRPr sz="600" kern="1200">
                <a:solidFill>
                  <a:srgbClr val="999999"/>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800">
                <a:solidFill>
                  <a:schemeClr val="bg2"/>
                </a:solidFill>
              </a:rPr>
              <a:t>See Statement of Proprietary information</a:t>
            </a:r>
            <a:endParaRPr lang="nb-NO" sz="800" dirty="0">
              <a:solidFill>
                <a:schemeClr val="bg2"/>
              </a:solidFill>
            </a:endParaRPr>
          </a:p>
        </p:txBody>
      </p:sp>
      <p:pic>
        <p:nvPicPr>
          <p:cNvPr id="14" name="Picture 15">
            <a:extLst>
              <a:ext uri="{FF2B5EF4-FFF2-40B4-BE49-F238E27FC236}">
                <a16:creationId xmlns:a16="http://schemas.microsoft.com/office/drawing/2014/main" id="{94779388-E864-0794-C5FC-F4CF492DE8D9}"/>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452032" y="6173387"/>
            <a:ext cx="1073373" cy="202199"/>
          </a:xfrm>
          <a:prstGeom prst="rect">
            <a:avLst/>
          </a:prstGeom>
        </p:spPr>
      </p:pic>
    </p:spTree>
    <p:extLst>
      <p:ext uri="{BB962C8B-B14F-4D97-AF65-F5344CB8AC3E}">
        <p14:creationId xmlns:p14="http://schemas.microsoft.com/office/powerpoint/2010/main" val="353369165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4 pictures with caption">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518C996B-E4AB-A82C-C61C-E5C4669F80DD}"/>
              </a:ext>
            </a:extLst>
          </p:cNvPr>
          <p:cNvSpPr>
            <a:spLocks noGrp="1"/>
          </p:cNvSpPr>
          <p:nvPr>
            <p:ph type="title"/>
          </p:nvPr>
        </p:nvSpPr>
        <p:spPr/>
        <p:txBody>
          <a:bodyPr/>
          <a:lstStyle/>
          <a:p>
            <a:r>
              <a:rPr lang="en-US"/>
              <a:t>Click to edit Master title style</a:t>
            </a:r>
            <a:endParaRPr lang="nb-NO" dirty="0"/>
          </a:p>
        </p:txBody>
      </p:sp>
      <p:sp>
        <p:nvSpPr>
          <p:cNvPr id="3" name="Plassholder for dato 2">
            <a:extLst>
              <a:ext uri="{FF2B5EF4-FFF2-40B4-BE49-F238E27FC236}">
                <a16:creationId xmlns:a16="http://schemas.microsoft.com/office/drawing/2014/main" id="{80ED3224-4059-432D-623C-DEF52939635F}"/>
              </a:ext>
            </a:extLst>
          </p:cNvPr>
          <p:cNvSpPr>
            <a:spLocks noGrp="1"/>
          </p:cNvSpPr>
          <p:nvPr>
            <p:ph type="dt" sz="half" idx="10"/>
          </p:nvPr>
        </p:nvSpPr>
        <p:spPr>
          <a:xfrm>
            <a:off x="0" y="-257361"/>
            <a:ext cx="0" cy="205184"/>
          </a:xfrm>
          <a:prstGeom prst="rect">
            <a:avLst/>
          </a:prstGeom>
        </p:spPr>
        <p:txBody>
          <a:bodyPr/>
          <a:lstStyle/>
          <a:p>
            <a:fld id="{8049B0F7-39AE-40BC-8497-581B83AC5F34}" type="datetime1">
              <a:rPr lang="nb-NO" smtClean="0"/>
              <a:pPr/>
              <a:t>06.01.2025</a:t>
            </a:fld>
            <a:endParaRPr lang="nb-NO" dirty="0"/>
          </a:p>
        </p:txBody>
      </p:sp>
      <p:sp>
        <p:nvSpPr>
          <p:cNvPr id="4" name="Plassholder for bunntekst 3">
            <a:extLst>
              <a:ext uri="{FF2B5EF4-FFF2-40B4-BE49-F238E27FC236}">
                <a16:creationId xmlns:a16="http://schemas.microsoft.com/office/drawing/2014/main" id="{8EC78A2C-E64C-C816-C4F7-2E23F5C6D6A8}"/>
              </a:ext>
            </a:extLst>
          </p:cNvPr>
          <p:cNvSpPr>
            <a:spLocks noGrp="1"/>
          </p:cNvSpPr>
          <p:nvPr>
            <p:ph type="ftr" sz="quarter" idx="11"/>
          </p:nvPr>
        </p:nvSpPr>
        <p:spPr>
          <a:xfrm>
            <a:off x="2146100" y="6150583"/>
            <a:ext cx="2269381" cy="246221"/>
          </a:xfrm>
          <a:prstGeom prst="rect">
            <a:avLst/>
          </a:prstGeom>
        </p:spPr>
        <p:txBody>
          <a:bodyPr/>
          <a:lstStyle/>
          <a:p>
            <a:r>
              <a:rPr lang="en-US" dirty="0"/>
              <a:t>See Statement of Proprietary information</a:t>
            </a:r>
            <a:endParaRPr lang="nb-NO" dirty="0"/>
          </a:p>
        </p:txBody>
      </p:sp>
      <p:sp>
        <p:nvSpPr>
          <p:cNvPr id="5" name="Plassholder for lysbildenummer 4">
            <a:extLst>
              <a:ext uri="{FF2B5EF4-FFF2-40B4-BE49-F238E27FC236}">
                <a16:creationId xmlns:a16="http://schemas.microsoft.com/office/drawing/2014/main" id="{2BC4F3F0-413A-A4B7-6BAF-3354D8F82A16}"/>
              </a:ext>
            </a:extLst>
          </p:cNvPr>
          <p:cNvSpPr>
            <a:spLocks noGrp="1"/>
          </p:cNvSpPr>
          <p:nvPr>
            <p:ph type="sldNum" sz="quarter" idx="12"/>
          </p:nvPr>
        </p:nvSpPr>
        <p:spPr/>
        <p:txBody>
          <a:bodyPr/>
          <a:lstStyle/>
          <a:p>
            <a:fld id="{75567799-16DF-41EB-91D4-5F77DECB4B9E}" type="slidenum">
              <a:rPr lang="nb-NO" smtClean="0"/>
              <a:pPr/>
              <a:t>‹#›</a:t>
            </a:fld>
            <a:endParaRPr lang="nb-NO" dirty="0"/>
          </a:p>
        </p:txBody>
      </p:sp>
      <p:sp>
        <p:nvSpPr>
          <p:cNvPr id="11" name="Undertittel 11">
            <a:extLst>
              <a:ext uri="{FF2B5EF4-FFF2-40B4-BE49-F238E27FC236}">
                <a16:creationId xmlns:a16="http://schemas.microsoft.com/office/drawing/2014/main" id="{BA16F339-E1EF-499E-4773-B036589A4625}"/>
              </a:ext>
            </a:extLst>
          </p:cNvPr>
          <p:cNvSpPr>
            <a:spLocks noGrp="1"/>
          </p:cNvSpPr>
          <p:nvPr>
            <p:ph type="subTitle" sz="quarter" idx="15"/>
          </p:nvPr>
        </p:nvSpPr>
        <p:spPr>
          <a:xfrm>
            <a:off x="451200" y="451202"/>
            <a:ext cx="10555869" cy="410369"/>
          </a:xfrm>
          <a:prstGeom prst="rect">
            <a:avLst/>
          </a:prstGeom>
        </p:spPr>
        <p:txBody>
          <a:bodyPr lIns="91440" tIns="45720" rIns="91440" bIns="45720" anchor="b"/>
          <a:lstStyle>
            <a:lvl1pPr marL="0" indent="0" algn="l">
              <a:buNone/>
              <a:defRPr sz="1867">
                <a:solidFill>
                  <a:schemeClr val="tx1">
                    <a:lumMod val="75000"/>
                    <a:lumOff val="25000"/>
                  </a:schemeClr>
                </a:solidFill>
              </a:defRPr>
            </a:lvl1pPr>
            <a:lvl2pPr marL="609585" indent="0" algn="ctr">
              <a:buNone/>
            </a:lvl2pPr>
            <a:lvl3pPr marL="1219170" indent="0" algn="ctr">
              <a:buNone/>
            </a:lvl3pPr>
            <a:lvl4pPr marL="1828754" indent="0" algn="ctr">
              <a:buNone/>
            </a:lvl4pPr>
            <a:lvl5pPr marL="2438339" indent="0" algn="ctr">
              <a:buNone/>
            </a:lvl5pPr>
            <a:lvl6pPr marL="3047924" indent="0" algn="ctr">
              <a:buNone/>
            </a:lvl6pPr>
            <a:lvl7pPr marL="3657509" indent="0" algn="ctr">
              <a:buNone/>
            </a:lvl7pPr>
            <a:lvl8pPr marL="4267093" indent="0" algn="ctr">
              <a:buNone/>
            </a:lvl8pPr>
            <a:lvl9pPr marL="4876678" indent="0" algn="ctr">
              <a:buNone/>
            </a:lvl9pPr>
          </a:lstStyle>
          <a:p>
            <a:r>
              <a:rPr lang="en-US"/>
              <a:t>Click to edit Master subtitle style</a:t>
            </a:r>
            <a:endParaRPr lang="nb-NO" dirty="0"/>
          </a:p>
        </p:txBody>
      </p:sp>
      <p:sp>
        <p:nvSpPr>
          <p:cNvPr id="22" name="Plassholder for bilde 14">
            <a:extLst>
              <a:ext uri="{FF2B5EF4-FFF2-40B4-BE49-F238E27FC236}">
                <a16:creationId xmlns:a16="http://schemas.microsoft.com/office/drawing/2014/main" id="{1B88C32B-5BE2-56B3-B9A2-CED2EF0B02AC}"/>
              </a:ext>
            </a:extLst>
          </p:cNvPr>
          <p:cNvSpPr>
            <a:spLocks noGrp="1"/>
          </p:cNvSpPr>
          <p:nvPr>
            <p:ph type="pic" sz="quarter" idx="14"/>
          </p:nvPr>
        </p:nvSpPr>
        <p:spPr>
          <a:xfrm>
            <a:off x="450694" y="1676769"/>
            <a:ext cx="2498909" cy="4397948"/>
          </a:xfrm>
          <a:prstGeom prst="rect">
            <a:avLst/>
          </a:prstGeom>
          <a:solidFill>
            <a:srgbClr val="BFBFBF"/>
          </a:solidFill>
        </p:spPr>
        <p:txBody>
          <a:bodyPr tIns="585211"/>
          <a:lstStyle>
            <a:lvl1pPr marL="228594" indent="-228594" algn="ctr" defTabSz="914377" rtl="0" eaLnBrk="1" latinLnBrk="0" hangingPunct="1">
              <a:lnSpc>
                <a:spcPct val="110000"/>
              </a:lnSpc>
              <a:spcBef>
                <a:spcPts val="0"/>
              </a:spcBef>
              <a:buFont typeface="Arial" panose="020B0604020202020204" pitchFamily="34" charset="0"/>
              <a:buNone/>
              <a:defRPr sz="1600"/>
            </a:lvl1pPr>
          </a:lstStyle>
          <a:p>
            <a:r>
              <a:rPr lang="en-US"/>
              <a:t>Click icon to add picture</a:t>
            </a:r>
            <a:endParaRPr lang="nb-NO" dirty="0"/>
          </a:p>
        </p:txBody>
      </p:sp>
      <p:sp>
        <p:nvSpPr>
          <p:cNvPr id="23" name="Plassholder for tekst 13">
            <a:extLst>
              <a:ext uri="{FF2B5EF4-FFF2-40B4-BE49-F238E27FC236}">
                <a16:creationId xmlns:a16="http://schemas.microsoft.com/office/drawing/2014/main" id="{11A706AC-0FBD-D7C1-7434-17AC24B00F2E}"/>
              </a:ext>
            </a:extLst>
          </p:cNvPr>
          <p:cNvSpPr>
            <a:spLocks noGrp="1"/>
          </p:cNvSpPr>
          <p:nvPr>
            <p:ph type="body" sz="quarter" idx="16"/>
          </p:nvPr>
        </p:nvSpPr>
        <p:spPr>
          <a:xfrm>
            <a:off x="450694" y="1679999"/>
            <a:ext cx="2498911" cy="1433275"/>
          </a:xfrm>
          <a:prstGeom prst="rect">
            <a:avLst/>
          </a:prstGeom>
          <a:gradFill>
            <a:gsLst>
              <a:gs pos="0">
                <a:schemeClr val="tx1">
                  <a:alpha val="0"/>
                </a:schemeClr>
              </a:gs>
              <a:gs pos="99000">
                <a:schemeClr val="tx1">
                  <a:alpha val="70000"/>
                </a:schemeClr>
              </a:gs>
            </a:gsLst>
            <a:lin ang="16200000" scaled="0"/>
          </a:gradFill>
        </p:spPr>
        <p:txBody>
          <a:bodyPr wrap="square" lIns="72000" tIns="72000" rIns="72000" bIns="72000" rtlCol="0">
            <a:noAutofit/>
          </a:bodyPr>
          <a:lstStyle>
            <a:lvl1pPr marL="0" indent="0">
              <a:buNone/>
              <a:defRPr lang="nb-NO" sz="1867" b="1" i="0" dirty="0" smtClean="0">
                <a:solidFill>
                  <a:schemeClr val="bg1"/>
                </a:solidFill>
                <a:effectLst/>
                <a:latin typeface="Calibri Light" panose="020F0302020204030204" pitchFamily="34" charset="0"/>
                <a:cs typeface="Calibri Light" panose="020F0302020204030204" pitchFamily="34" charset="0"/>
              </a:defRPr>
            </a:lvl1pPr>
            <a:lvl2pPr>
              <a:defRPr lang="nb-NO" sz="1800" dirty="0" smtClean="0">
                <a:solidFill>
                  <a:schemeClr val="tx1"/>
                </a:solidFill>
              </a:defRPr>
            </a:lvl2pPr>
            <a:lvl3pPr>
              <a:defRPr lang="nb-NO" sz="1800" dirty="0" smtClean="0">
                <a:solidFill>
                  <a:schemeClr val="tx1"/>
                </a:solidFill>
              </a:defRPr>
            </a:lvl3pPr>
            <a:lvl4pPr>
              <a:defRPr lang="nb-NO" sz="1800" dirty="0" smtClean="0">
                <a:solidFill>
                  <a:schemeClr val="tx1"/>
                </a:solidFill>
              </a:defRPr>
            </a:lvl4pPr>
            <a:lvl5pPr>
              <a:defRPr lang="nb-NO" sz="1800" dirty="0">
                <a:solidFill>
                  <a:schemeClr val="tx1"/>
                </a:solidFill>
              </a:defRPr>
            </a:lvl5pPr>
          </a:lstStyle>
          <a:p>
            <a:pPr marL="0" lvl="0"/>
            <a:r>
              <a:rPr lang="en-US"/>
              <a:t>Click to edit Master text styles</a:t>
            </a:r>
          </a:p>
        </p:txBody>
      </p:sp>
      <p:sp>
        <p:nvSpPr>
          <p:cNvPr id="24" name="Plassholder for bilde 14">
            <a:extLst>
              <a:ext uri="{FF2B5EF4-FFF2-40B4-BE49-F238E27FC236}">
                <a16:creationId xmlns:a16="http://schemas.microsoft.com/office/drawing/2014/main" id="{E2C15665-5993-F207-4915-92D0E242F9E8}"/>
              </a:ext>
            </a:extLst>
          </p:cNvPr>
          <p:cNvSpPr>
            <a:spLocks noGrp="1"/>
          </p:cNvSpPr>
          <p:nvPr>
            <p:ph type="pic" sz="quarter" idx="17"/>
          </p:nvPr>
        </p:nvSpPr>
        <p:spPr>
          <a:xfrm>
            <a:off x="3355144" y="1676767"/>
            <a:ext cx="2498909" cy="4397948"/>
          </a:xfrm>
          <a:prstGeom prst="rect">
            <a:avLst/>
          </a:prstGeom>
          <a:solidFill>
            <a:srgbClr val="BFBFBF"/>
          </a:solidFill>
        </p:spPr>
        <p:txBody>
          <a:bodyPr tIns="585211"/>
          <a:lstStyle>
            <a:lvl1pPr marL="228594" indent="-228594" algn="ctr" defTabSz="914377" rtl="0" eaLnBrk="1" latinLnBrk="0" hangingPunct="1">
              <a:lnSpc>
                <a:spcPct val="110000"/>
              </a:lnSpc>
              <a:spcBef>
                <a:spcPts val="0"/>
              </a:spcBef>
              <a:buFont typeface="Arial" panose="020B0604020202020204" pitchFamily="34" charset="0"/>
              <a:buNone/>
              <a:defRPr sz="1600"/>
            </a:lvl1pPr>
          </a:lstStyle>
          <a:p>
            <a:r>
              <a:rPr lang="en-US"/>
              <a:t>Click icon to add picture</a:t>
            </a:r>
            <a:endParaRPr lang="nb-NO" dirty="0"/>
          </a:p>
        </p:txBody>
      </p:sp>
      <p:sp>
        <p:nvSpPr>
          <p:cNvPr id="25" name="Plassholder for tekst 13">
            <a:extLst>
              <a:ext uri="{FF2B5EF4-FFF2-40B4-BE49-F238E27FC236}">
                <a16:creationId xmlns:a16="http://schemas.microsoft.com/office/drawing/2014/main" id="{2336237F-4C8D-7A8F-0E23-7D625B14CA47}"/>
              </a:ext>
            </a:extLst>
          </p:cNvPr>
          <p:cNvSpPr>
            <a:spLocks noGrp="1"/>
          </p:cNvSpPr>
          <p:nvPr>
            <p:ph type="body" sz="quarter" idx="18"/>
          </p:nvPr>
        </p:nvSpPr>
        <p:spPr>
          <a:xfrm>
            <a:off x="3355144" y="1679997"/>
            <a:ext cx="2498911" cy="1433275"/>
          </a:xfrm>
          <a:prstGeom prst="rect">
            <a:avLst/>
          </a:prstGeom>
          <a:gradFill>
            <a:gsLst>
              <a:gs pos="0">
                <a:schemeClr val="tx1">
                  <a:alpha val="0"/>
                </a:schemeClr>
              </a:gs>
              <a:gs pos="99000">
                <a:schemeClr val="tx1">
                  <a:alpha val="70000"/>
                </a:schemeClr>
              </a:gs>
            </a:gsLst>
            <a:lin ang="16200000" scaled="0"/>
          </a:gradFill>
        </p:spPr>
        <p:txBody>
          <a:bodyPr wrap="square" lIns="72000" tIns="72000" rIns="72000" bIns="72000" rtlCol="0">
            <a:noAutofit/>
          </a:bodyPr>
          <a:lstStyle>
            <a:lvl1pPr marL="0" indent="0">
              <a:buNone/>
              <a:defRPr lang="nb-NO" sz="1867" b="1" i="0" dirty="0" smtClean="0">
                <a:solidFill>
                  <a:schemeClr val="bg1"/>
                </a:solidFill>
                <a:effectLst/>
                <a:latin typeface="Calibri Light" panose="020F0302020204030204" pitchFamily="34" charset="0"/>
                <a:cs typeface="Calibri Light" panose="020F0302020204030204" pitchFamily="34" charset="0"/>
              </a:defRPr>
            </a:lvl1pPr>
            <a:lvl2pPr>
              <a:defRPr lang="nb-NO" sz="1800" dirty="0" smtClean="0">
                <a:solidFill>
                  <a:schemeClr val="tx1"/>
                </a:solidFill>
              </a:defRPr>
            </a:lvl2pPr>
            <a:lvl3pPr>
              <a:defRPr lang="nb-NO" sz="1800" dirty="0" smtClean="0">
                <a:solidFill>
                  <a:schemeClr val="tx1"/>
                </a:solidFill>
              </a:defRPr>
            </a:lvl3pPr>
            <a:lvl4pPr>
              <a:defRPr lang="nb-NO" sz="1800" dirty="0" smtClean="0">
                <a:solidFill>
                  <a:schemeClr val="tx1"/>
                </a:solidFill>
              </a:defRPr>
            </a:lvl4pPr>
            <a:lvl5pPr>
              <a:defRPr lang="nb-NO" sz="1800" dirty="0">
                <a:solidFill>
                  <a:schemeClr val="tx1"/>
                </a:solidFill>
              </a:defRPr>
            </a:lvl5pPr>
          </a:lstStyle>
          <a:p>
            <a:pPr marL="0" lvl="0"/>
            <a:r>
              <a:rPr lang="en-US"/>
              <a:t>Click to edit Master text styles</a:t>
            </a:r>
          </a:p>
        </p:txBody>
      </p:sp>
      <p:sp>
        <p:nvSpPr>
          <p:cNvPr id="26" name="Plassholder for bilde 14">
            <a:extLst>
              <a:ext uri="{FF2B5EF4-FFF2-40B4-BE49-F238E27FC236}">
                <a16:creationId xmlns:a16="http://schemas.microsoft.com/office/drawing/2014/main" id="{F2EEAA3C-03DC-93B3-9043-602FE0A7ACCD}"/>
              </a:ext>
            </a:extLst>
          </p:cNvPr>
          <p:cNvSpPr>
            <a:spLocks noGrp="1"/>
          </p:cNvSpPr>
          <p:nvPr>
            <p:ph type="pic" sz="quarter" idx="19"/>
          </p:nvPr>
        </p:nvSpPr>
        <p:spPr>
          <a:xfrm>
            <a:off x="6226740" y="1676766"/>
            <a:ext cx="2498909" cy="4397948"/>
          </a:xfrm>
          <a:prstGeom prst="rect">
            <a:avLst/>
          </a:prstGeom>
          <a:solidFill>
            <a:srgbClr val="BFBFBF"/>
          </a:solidFill>
        </p:spPr>
        <p:txBody>
          <a:bodyPr tIns="585211"/>
          <a:lstStyle>
            <a:lvl1pPr marL="228594" indent="-228594" algn="ctr" defTabSz="914377" rtl="0" eaLnBrk="1" latinLnBrk="0" hangingPunct="1">
              <a:lnSpc>
                <a:spcPct val="110000"/>
              </a:lnSpc>
              <a:spcBef>
                <a:spcPts val="0"/>
              </a:spcBef>
              <a:buFont typeface="Arial" panose="020B0604020202020204" pitchFamily="34" charset="0"/>
              <a:buNone/>
              <a:defRPr sz="1600"/>
            </a:lvl1pPr>
          </a:lstStyle>
          <a:p>
            <a:r>
              <a:rPr lang="en-US"/>
              <a:t>Click icon to add picture</a:t>
            </a:r>
            <a:endParaRPr lang="nb-NO" dirty="0"/>
          </a:p>
        </p:txBody>
      </p:sp>
      <p:sp>
        <p:nvSpPr>
          <p:cNvPr id="27" name="Plassholder for tekst 13">
            <a:extLst>
              <a:ext uri="{FF2B5EF4-FFF2-40B4-BE49-F238E27FC236}">
                <a16:creationId xmlns:a16="http://schemas.microsoft.com/office/drawing/2014/main" id="{D3B17FB0-86EE-3A36-5160-33041DDAD589}"/>
              </a:ext>
            </a:extLst>
          </p:cNvPr>
          <p:cNvSpPr>
            <a:spLocks noGrp="1"/>
          </p:cNvSpPr>
          <p:nvPr>
            <p:ph type="body" sz="quarter" idx="20"/>
          </p:nvPr>
        </p:nvSpPr>
        <p:spPr>
          <a:xfrm>
            <a:off x="6226740" y="1679996"/>
            <a:ext cx="2498911" cy="1433275"/>
          </a:xfrm>
          <a:prstGeom prst="rect">
            <a:avLst/>
          </a:prstGeom>
          <a:gradFill>
            <a:gsLst>
              <a:gs pos="0">
                <a:schemeClr val="tx1">
                  <a:alpha val="0"/>
                </a:schemeClr>
              </a:gs>
              <a:gs pos="99000">
                <a:schemeClr val="tx1">
                  <a:alpha val="70000"/>
                </a:schemeClr>
              </a:gs>
            </a:gsLst>
            <a:lin ang="16200000" scaled="0"/>
          </a:gradFill>
        </p:spPr>
        <p:txBody>
          <a:bodyPr wrap="square" lIns="72000" tIns="72000" rIns="72000" bIns="72000" rtlCol="0">
            <a:noAutofit/>
          </a:bodyPr>
          <a:lstStyle>
            <a:lvl1pPr marL="0" indent="0">
              <a:buNone/>
              <a:defRPr lang="nb-NO" sz="1867" b="1" i="0" dirty="0" smtClean="0">
                <a:solidFill>
                  <a:schemeClr val="bg1"/>
                </a:solidFill>
                <a:effectLst/>
                <a:latin typeface="Calibri Light" panose="020F0302020204030204" pitchFamily="34" charset="0"/>
                <a:cs typeface="Calibri Light" panose="020F0302020204030204" pitchFamily="34" charset="0"/>
              </a:defRPr>
            </a:lvl1pPr>
            <a:lvl2pPr>
              <a:defRPr lang="nb-NO" sz="1800" dirty="0" smtClean="0">
                <a:solidFill>
                  <a:schemeClr val="tx1"/>
                </a:solidFill>
              </a:defRPr>
            </a:lvl2pPr>
            <a:lvl3pPr>
              <a:defRPr lang="nb-NO" sz="1800" dirty="0" smtClean="0">
                <a:solidFill>
                  <a:schemeClr val="tx1"/>
                </a:solidFill>
              </a:defRPr>
            </a:lvl3pPr>
            <a:lvl4pPr>
              <a:defRPr lang="nb-NO" sz="1800" dirty="0" smtClean="0">
                <a:solidFill>
                  <a:schemeClr val="tx1"/>
                </a:solidFill>
              </a:defRPr>
            </a:lvl4pPr>
            <a:lvl5pPr>
              <a:defRPr lang="nb-NO" sz="1800" dirty="0">
                <a:solidFill>
                  <a:schemeClr val="tx1"/>
                </a:solidFill>
              </a:defRPr>
            </a:lvl5pPr>
          </a:lstStyle>
          <a:p>
            <a:pPr marL="0" lvl="0"/>
            <a:r>
              <a:rPr lang="en-US"/>
              <a:t>Click to edit Master text styles</a:t>
            </a:r>
          </a:p>
        </p:txBody>
      </p:sp>
      <p:sp>
        <p:nvSpPr>
          <p:cNvPr id="28" name="Plassholder for bilde 14">
            <a:extLst>
              <a:ext uri="{FF2B5EF4-FFF2-40B4-BE49-F238E27FC236}">
                <a16:creationId xmlns:a16="http://schemas.microsoft.com/office/drawing/2014/main" id="{A5F982F9-71A7-F000-20A1-06F207356966}"/>
              </a:ext>
            </a:extLst>
          </p:cNvPr>
          <p:cNvSpPr>
            <a:spLocks noGrp="1"/>
          </p:cNvSpPr>
          <p:nvPr>
            <p:ph type="pic" sz="quarter" idx="21"/>
          </p:nvPr>
        </p:nvSpPr>
        <p:spPr>
          <a:xfrm>
            <a:off x="9105110" y="1676765"/>
            <a:ext cx="2498909" cy="4397948"/>
          </a:xfrm>
          <a:prstGeom prst="rect">
            <a:avLst/>
          </a:prstGeom>
          <a:solidFill>
            <a:srgbClr val="BFBFBF"/>
          </a:solidFill>
        </p:spPr>
        <p:txBody>
          <a:bodyPr tIns="585211"/>
          <a:lstStyle>
            <a:lvl1pPr marL="228594" indent="-228594" algn="ctr" defTabSz="914377" rtl="0" eaLnBrk="1" latinLnBrk="0" hangingPunct="1">
              <a:lnSpc>
                <a:spcPct val="110000"/>
              </a:lnSpc>
              <a:spcBef>
                <a:spcPts val="0"/>
              </a:spcBef>
              <a:buFont typeface="Arial" panose="020B0604020202020204" pitchFamily="34" charset="0"/>
              <a:buNone/>
              <a:defRPr sz="1600"/>
            </a:lvl1pPr>
          </a:lstStyle>
          <a:p>
            <a:r>
              <a:rPr lang="en-US"/>
              <a:t>Click icon to add picture</a:t>
            </a:r>
            <a:endParaRPr lang="nb-NO" dirty="0"/>
          </a:p>
        </p:txBody>
      </p:sp>
      <p:sp>
        <p:nvSpPr>
          <p:cNvPr id="29" name="Plassholder for tekst 13">
            <a:extLst>
              <a:ext uri="{FF2B5EF4-FFF2-40B4-BE49-F238E27FC236}">
                <a16:creationId xmlns:a16="http://schemas.microsoft.com/office/drawing/2014/main" id="{351547D6-5385-0257-3EBC-01D39A1F0D0C}"/>
              </a:ext>
            </a:extLst>
          </p:cNvPr>
          <p:cNvSpPr>
            <a:spLocks noGrp="1"/>
          </p:cNvSpPr>
          <p:nvPr>
            <p:ph type="body" sz="quarter" idx="22"/>
          </p:nvPr>
        </p:nvSpPr>
        <p:spPr>
          <a:xfrm>
            <a:off x="9105110" y="1679995"/>
            <a:ext cx="2498911" cy="1433275"/>
          </a:xfrm>
          <a:prstGeom prst="rect">
            <a:avLst/>
          </a:prstGeom>
          <a:gradFill>
            <a:gsLst>
              <a:gs pos="0">
                <a:schemeClr val="tx1">
                  <a:alpha val="0"/>
                </a:schemeClr>
              </a:gs>
              <a:gs pos="99000">
                <a:schemeClr val="tx1">
                  <a:alpha val="70000"/>
                </a:schemeClr>
              </a:gs>
            </a:gsLst>
            <a:lin ang="16200000" scaled="0"/>
          </a:gradFill>
        </p:spPr>
        <p:txBody>
          <a:bodyPr wrap="square" lIns="72000" tIns="72000" rIns="72000" bIns="72000" rtlCol="0">
            <a:noAutofit/>
          </a:bodyPr>
          <a:lstStyle>
            <a:lvl1pPr marL="0" indent="0">
              <a:buNone/>
              <a:defRPr lang="nb-NO" sz="1867" b="1" i="0" dirty="0" smtClean="0">
                <a:solidFill>
                  <a:schemeClr val="bg1"/>
                </a:solidFill>
                <a:effectLst/>
                <a:latin typeface="Calibri Light" panose="020F0302020204030204" pitchFamily="34" charset="0"/>
                <a:cs typeface="Calibri Light" panose="020F0302020204030204" pitchFamily="34" charset="0"/>
              </a:defRPr>
            </a:lvl1pPr>
            <a:lvl2pPr>
              <a:defRPr lang="nb-NO" sz="1800" dirty="0" smtClean="0">
                <a:solidFill>
                  <a:schemeClr val="tx1"/>
                </a:solidFill>
              </a:defRPr>
            </a:lvl2pPr>
            <a:lvl3pPr>
              <a:defRPr lang="nb-NO" sz="1800" dirty="0" smtClean="0">
                <a:solidFill>
                  <a:schemeClr val="tx1"/>
                </a:solidFill>
              </a:defRPr>
            </a:lvl3pPr>
            <a:lvl4pPr>
              <a:defRPr lang="nb-NO" sz="1800" dirty="0" smtClean="0">
                <a:solidFill>
                  <a:schemeClr val="tx1"/>
                </a:solidFill>
              </a:defRPr>
            </a:lvl4pPr>
            <a:lvl5pPr>
              <a:defRPr lang="nb-NO" sz="1800" dirty="0">
                <a:solidFill>
                  <a:schemeClr val="tx1"/>
                </a:solidFill>
              </a:defRPr>
            </a:lvl5pPr>
          </a:lstStyle>
          <a:p>
            <a:pPr marL="0" lvl="0"/>
            <a:r>
              <a:rPr lang="en-US"/>
              <a:t>Click to edit Master text styles</a:t>
            </a:r>
          </a:p>
        </p:txBody>
      </p:sp>
    </p:spTree>
    <p:extLst>
      <p:ext uri="{BB962C8B-B14F-4D97-AF65-F5344CB8AC3E}">
        <p14:creationId xmlns:p14="http://schemas.microsoft.com/office/powerpoint/2010/main" val="134621376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1_4 pictures with caption">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518C996B-E4AB-A82C-C61C-E5C4669F80DD}"/>
              </a:ext>
            </a:extLst>
          </p:cNvPr>
          <p:cNvSpPr>
            <a:spLocks noGrp="1"/>
          </p:cNvSpPr>
          <p:nvPr>
            <p:ph type="title"/>
          </p:nvPr>
        </p:nvSpPr>
        <p:spPr/>
        <p:txBody>
          <a:bodyPr/>
          <a:lstStyle/>
          <a:p>
            <a:r>
              <a:rPr lang="en-US"/>
              <a:t>Click to edit Master title style</a:t>
            </a:r>
            <a:endParaRPr lang="nb-NO" dirty="0"/>
          </a:p>
        </p:txBody>
      </p:sp>
      <p:sp>
        <p:nvSpPr>
          <p:cNvPr id="3" name="Plassholder for dato 2">
            <a:extLst>
              <a:ext uri="{FF2B5EF4-FFF2-40B4-BE49-F238E27FC236}">
                <a16:creationId xmlns:a16="http://schemas.microsoft.com/office/drawing/2014/main" id="{80ED3224-4059-432D-623C-DEF52939635F}"/>
              </a:ext>
            </a:extLst>
          </p:cNvPr>
          <p:cNvSpPr>
            <a:spLocks noGrp="1"/>
          </p:cNvSpPr>
          <p:nvPr>
            <p:ph type="dt" sz="half" idx="10"/>
          </p:nvPr>
        </p:nvSpPr>
        <p:spPr>
          <a:xfrm>
            <a:off x="0" y="-257361"/>
            <a:ext cx="0" cy="205184"/>
          </a:xfrm>
          <a:prstGeom prst="rect">
            <a:avLst/>
          </a:prstGeom>
        </p:spPr>
        <p:txBody>
          <a:bodyPr/>
          <a:lstStyle/>
          <a:p>
            <a:fld id="{8049B0F7-39AE-40BC-8497-581B83AC5F34}" type="datetime1">
              <a:rPr lang="nb-NO" smtClean="0"/>
              <a:pPr/>
              <a:t>06.01.2025</a:t>
            </a:fld>
            <a:endParaRPr lang="nb-NO" dirty="0"/>
          </a:p>
        </p:txBody>
      </p:sp>
      <p:sp>
        <p:nvSpPr>
          <p:cNvPr id="4" name="Plassholder for bunntekst 3">
            <a:extLst>
              <a:ext uri="{FF2B5EF4-FFF2-40B4-BE49-F238E27FC236}">
                <a16:creationId xmlns:a16="http://schemas.microsoft.com/office/drawing/2014/main" id="{8EC78A2C-E64C-C816-C4F7-2E23F5C6D6A8}"/>
              </a:ext>
            </a:extLst>
          </p:cNvPr>
          <p:cNvSpPr>
            <a:spLocks noGrp="1"/>
          </p:cNvSpPr>
          <p:nvPr>
            <p:ph type="ftr" sz="quarter" idx="11"/>
          </p:nvPr>
        </p:nvSpPr>
        <p:spPr>
          <a:xfrm>
            <a:off x="2146100" y="6150583"/>
            <a:ext cx="2269381" cy="246221"/>
          </a:xfrm>
          <a:prstGeom prst="rect">
            <a:avLst/>
          </a:prstGeom>
        </p:spPr>
        <p:txBody>
          <a:bodyPr/>
          <a:lstStyle/>
          <a:p>
            <a:r>
              <a:rPr lang="en-US" dirty="0"/>
              <a:t>See Statement of Proprietary information</a:t>
            </a:r>
            <a:endParaRPr lang="nb-NO" dirty="0"/>
          </a:p>
        </p:txBody>
      </p:sp>
      <p:sp>
        <p:nvSpPr>
          <p:cNvPr id="5" name="Plassholder for lysbildenummer 4">
            <a:extLst>
              <a:ext uri="{FF2B5EF4-FFF2-40B4-BE49-F238E27FC236}">
                <a16:creationId xmlns:a16="http://schemas.microsoft.com/office/drawing/2014/main" id="{2BC4F3F0-413A-A4B7-6BAF-3354D8F82A16}"/>
              </a:ext>
            </a:extLst>
          </p:cNvPr>
          <p:cNvSpPr>
            <a:spLocks noGrp="1"/>
          </p:cNvSpPr>
          <p:nvPr>
            <p:ph type="sldNum" sz="quarter" idx="12"/>
          </p:nvPr>
        </p:nvSpPr>
        <p:spPr/>
        <p:txBody>
          <a:bodyPr/>
          <a:lstStyle/>
          <a:p>
            <a:fld id="{75567799-16DF-41EB-91D4-5F77DECB4B9E}" type="slidenum">
              <a:rPr lang="nb-NO" smtClean="0"/>
              <a:pPr/>
              <a:t>‹#›</a:t>
            </a:fld>
            <a:endParaRPr lang="nb-NO" dirty="0"/>
          </a:p>
        </p:txBody>
      </p:sp>
      <p:sp>
        <p:nvSpPr>
          <p:cNvPr id="11" name="Undertittel 11">
            <a:extLst>
              <a:ext uri="{FF2B5EF4-FFF2-40B4-BE49-F238E27FC236}">
                <a16:creationId xmlns:a16="http://schemas.microsoft.com/office/drawing/2014/main" id="{BA16F339-E1EF-499E-4773-B036589A4625}"/>
              </a:ext>
            </a:extLst>
          </p:cNvPr>
          <p:cNvSpPr>
            <a:spLocks noGrp="1"/>
          </p:cNvSpPr>
          <p:nvPr>
            <p:ph type="subTitle" sz="quarter" idx="15"/>
          </p:nvPr>
        </p:nvSpPr>
        <p:spPr>
          <a:xfrm>
            <a:off x="451200" y="451202"/>
            <a:ext cx="10555869" cy="410369"/>
          </a:xfrm>
          <a:prstGeom prst="rect">
            <a:avLst/>
          </a:prstGeom>
        </p:spPr>
        <p:txBody>
          <a:bodyPr lIns="91440" tIns="45720" rIns="91440" bIns="45720" anchor="b"/>
          <a:lstStyle>
            <a:lvl1pPr marL="0" indent="0" algn="l">
              <a:buNone/>
              <a:defRPr sz="1867">
                <a:solidFill>
                  <a:schemeClr val="tx1">
                    <a:lumMod val="75000"/>
                    <a:lumOff val="25000"/>
                  </a:schemeClr>
                </a:solidFill>
              </a:defRPr>
            </a:lvl1pPr>
            <a:lvl2pPr marL="609585" indent="0" algn="ctr">
              <a:buNone/>
            </a:lvl2pPr>
            <a:lvl3pPr marL="1219170" indent="0" algn="ctr">
              <a:buNone/>
            </a:lvl3pPr>
            <a:lvl4pPr marL="1828754" indent="0" algn="ctr">
              <a:buNone/>
            </a:lvl4pPr>
            <a:lvl5pPr marL="2438339" indent="0" algn="ctr">
              <a:buNone/>
            </a:lvl5pPr>
            <a:lvl6pPr marL="3047924" indent="0" algn="ctr">
              <a:buNone/>
            </a:lvl6pPr>
            <a:lvl7pPr marL="3657509" indent="0" algn="ctr">
              <a:buNone/>
            </a:lvl7pPr>
            <a:lvl8pPr marL="4267093" indent="0" algn="ctr">
              <a:buNone/>
            </a:lvl8pPr>
            <a:lvl9pPr marL="4876678" indent="0" algn="ctr">
              <a:buNone/>
            </a:lvl9pPr>
          </a:lstStyle>
          <a:p>
            <a:r>
              <a:rPr lang="en-US"/>
              <a:t>Click to edit Master subtitle style</a:t>
            </a:r>
            <a:endParaRPr lang="nb-NO" dirty="0"/>
          </a:p>
        </p:txBody>
      </p:sp>
    </p:spTree>
    <p:extLst>
      <p:ext uri="{BB962C8B-B14F-4D97-AF65-F5344CB8AC3E}">
        <p14:creationId xmlns:p14="http://schemas.microsoft.com/office/powerpoint/2010/main" val="1539388950"/>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Full size picture">
    <p:spTree>
      <p:nvGrpSpPr>
        <p:cNvPr id="1" name=""/>
        <p:cNvGrpSpPr/>
        <p:nvPr/>
      </p:nvGrpSpPr>
      <p:grpSpPr>
        <a:xfrm>
          <a:off x="0" y="0"/>
          <a:ext cx="0" cy="0"/>
          <a:chOff x="0" y="0"/>
          <a:chExt cx="0" cy="0"/>
        </a:xfrm>
      </p:grpSpPr>
      <p:sp>
        <p:nvSpPr>
          <p:cNvPr id="15" name="Plassholder for bilde 14">
            <a:extLst>
              <a:ext uri="{FF2B5EF4-FFF2-40B4-BE49-F238E27FC236}">
                <a16:creationId xmlns:a16="http://schemas.microsoft.com/office/drawing/2014/main" id="{74496BDB-B894-BE9C-97D1-EA9FB9717541}"/>
              </a:ext>
            </a:extLst>
          </p:cNvPr>
          <p:cNvSpPr>
            <a:spLocks noGrp="1"/>
          </p:cNvSpPr>
          <p:nvPr>
            <p:ph type="pic" sz="quarter" idx="14"/>
          </p:nvPr>
        </p:nvSpPr>
        <p:spPr>
          <a:xfrm>
            <a:off x="2" y="0"/>
            <a:ext cx="12226693" cy="6858000"/>
          </a:xfrm>
          <a:prstGeom prst="rect">
            <a:avLst/>
          </a:prstGeom>
          <a:solidFill>
            <a:srgbClr val="BFBFBF"/>
          </a:solidFill>
        </p:spPr>
        <p:txBody>
          <a:bodyPr tIns="585211"/>
          <a:lstStyle>
            <a:lvl1pPr marL="228594" indent="-228594" algn="ctr" defTabSz="914377" rtl="0" eaLnBrk="1" latinLnBrk="0" hangingPunct="1">
              <a:lnSpc>
                <a:spcPct val="110000"/>
              </a:lnSpc>
              <a:spcBef>
                <a:spcPts val="0"/>
              </a:spcBef>
              <a:buFont typeface="Arial" panose="020B0604020202020204" pitchFamily="34" charset="0"/>
              <a:buNone/>
              <a:defRPr sz="1600"/>
            </a:lvl1pPr>
          </a:lstStyle>
          <a:p>
            <a:r>
              <a:rPr lang="en-US"/>
              <a:t>Click icon to add picture</a:t>
            </a:r>
            <a:endParaRPr lang="nb-NO" dirty="0"/>
          </a:p>
        </p:txBody>
      </p:sp>
      <p:sp>
        <p:nvSpPr>
          <p:cNvPr id="3" name="Plassholder for dato 2">
            <a:extLst>
              <a:ext uri="{FF2B5EF4-FFF2-40B4-BE49-F238E27FC236}">
                <a16:creationId xmlns:a16="http://schemas.microsoft.com/office/drawing/2014/main" id="{F8753C4E-6D3F-E4B9-9500-62E39A21C675}"/>
              </a:ext>
            </a:extLst>
          </p:cNvPr>
          <p:cNvSpPr>
            <a:spLocks noGrp="1"/>
          </p:cNvSpPr>
          <p:nvPr>
            <p:ph type="dt" sz="half" idx="10"/>
          </p:nvPr>
        </p:nvSpPr>
        <p:spPr>
          <a:xfrm>
            <a:off x="0" y="-257361"/>
            <a:ext cx="0" cy="205184"/>
          </a:xfrm>
          <a:prstGeom prst="rect">
            <a:avLst/>
          </a:prstGeom>
        </p:spPr>
        <p:txBody>
          <a:bodyPr/>
          <a:lstStyle/>
          <a:p>
            <a:fld id="{8049B0F7-39AE-40BC-8497-581B83AC5F34}" type="datetime1">
              <a:rPr lang="nb-NO" smtClean="0"/>
              <a:pPr/>
              <a:t>06.01.2025</a:t>
            </a:fld>
            <a:endParaRPr lang="nb-NO" dirty="0"/>
          </a:p>
        </p:txBody>
      </p:sp>
      <p:sp>
        <p:nvSpPr>
          <p:cNvPr id="14" name="Tittel 12">
            <a:extLst>
              <a:ext uri="{FF2B5EF4-FFF2-40B4-BE49-F238E27FC236}">
                <a16:creationId xmlns:a16="http://schemas.microsoft.com/office/drawing/2014/main" id="{CCA764C7-D421-D9C1-6D38-26148BC469A8}"/>
              </a:ext>
            </a:extLst>
          </p:cNvPr>
          <p:cNvSpPr>
            <a:spLocks noGrp="1"/>
          </p:cNvSpPr>
          <p:nvPr>
            <p:ph type="title"/>
          </p:nvPr>
        </p:nvSpPr>
        <p:spPr>
          <a:xfrm>
            <a:off x="450694" y="783289"/>
            <a:ext cx="11130660" cy="656591"/>
          </a:xfrm>
        </p:spPr>
        <p:txBody>
          <a:bodyPr/>
          <a:lstStyle>
            <a:lvl1pPr>
              <a:defRPr>
                <a:solidFill>
                  <a:schemeClr val="dk1"/>
                </a:solidFill>
              </a:defRPr>
            </a:lvl1pPr>
          </a:lstStyle>
          <a:p>
            <a:r>
              <a:rPr lang="en-US"/>
              <a:t>Click to edit Master title style</a:t>
            </a:r>
            <a:endParaRPr lang="nb-NO" dirty="0"/>
          </a:p>
        </p:txBody>
      </p:sp>
      <p:sp>
        <p:nvSpPr>
          <p:cNvPr id="2" name="Plassholder for lysbildenummer 5">
            <a:extLst>
              <a:ext uri="{FF2B5EF4-FFF2-40B4-BE49-F238E27FC236}">
                <a16:creationId xmlns:a16="http://schemas.microsoft.com/office/drawing/2014/main" id="{E61CAA6F-23B9-231A-F444-8CAAA8341EFD}"/>
              </a:ext>
            </a:extLst>
          </p:cNvPr>
          <p:cNvSpPr>
            <a:spLocks noGrp="1"/>
          </p:cNvSpPr>
          <p:nvPr>
            <p:ph type="sldNum" sz="quarter" idx="12"/>
          </p:nvPr>
        </p:nvSpPr>
        <p:spPr>
          <a:xfrm>
            <a:off x="11192400" y="6201767"/>
            <a:ext cx="574284" cy="144000"/>
          </a:xfrm>
        </p:spPr>
        <p:txBody>
          <a:bodyPr/>
          <a:lstStyle>
            <a:lvl1pPr>
              <a:defRPr>
                <a:solidFill>
                  <a:schemeClr val="lt1"/>
                </a:solidFill>
              </a:defRPr>
            </a:lvl1pPr>
          </a:lstStyle>
          <a:p>
            <a:fld id="{75567799-16DF-41EB-91D4-5F77DECB4B9E}" type="slidenum">
              <a:rPr lang="nb-NO" smtClean="0"/>
              <a:pPr/>
              <a:t>‹#›</a:t>
            </a:fld>
            <a:endParaRPr lang="nb-NO" dirty="0"/>
          </a:p>
        </p:txBody>
      </p:sp>
      <p:sp>
        <p:nvSpPr>
          <p:cNvPr id="6" name="Plassholder for bunntekst 4">
            <a:extLst>
              <a:ext uri="{FF2B5EF4-FFF2-40B4-BE49-F238E27FC236}">
                <a16:creationId xmlns:a16="http://schemas.microsoft.com/office/drawing/2014/main" id="{8F5A4177-5174-5E22-34B3-263519BA3B34}"/>
              </a:ext>
            </a:extLst>
          </p:cNvPr>
          <p:cNvSpPr txBox="1">
            <a:spLocks/>
          </p:cNvSpPr>
          <p:nvPr userDrawn="1"/>
        </p:nvSpPr>
        <p:spPr>
          <a:xfrm>
            <a:off x="2146100" y="6150583"/>
            <a:ext cx="2269381" cy="246221"/>
          </a:xfrm>
          <a:prstGeom prst="rect">
            <a:avLst/>
          </a:prstGeom>
        </p:spPr>
        <p:txBody>
          <a:bodyPr vert="horz" lIns="121920" tIns="60960" rIns="121920" bIns="60960" rtlCol="0" anchor="ctr"/>
          <a:lstStyle>
            <a:defPPr>
              <a:defRPr lang="nb-NO"/>
            </a:defPPr>
            <a:lvl1pPr marL="0" algn="l" defTabSz="685800" rtl="0" eaLnBrk="1" latinLnBrk="0" hangingPunct="1">
              <a:defRPr sz="600" kern="1200">
                <a:solidFill>
                  <a:srgbClr val="999999"/>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800">
                <a:solidFill>
                  <a:schemeClr val="bg2"/>
                </a:solidFill>
              </a:rPr>
              <a:t>See Statement of Proprietary information</a:t>
            </a:r>
            <a:endParaRPr lang="nb-NO" sz="800" dirty="0">
              <a:solidFill>
                <a:schemeClr val="bg2"/>
              </a:solidFill>
            </a:endParaRPr>
          </a:p>
        </p:txBody>
      </p:sp>
      <p:pic>
        <p:nvPicPr>
          <p:cNvPr id="9" name="Picture 15">
            <a:extLst>
              <a:ext uri="{FF2B5EF4-FFF2-40B4-BE49-F238E27FC236}">
                <a16:creationId xmlns:a16="http://schemas.microsoft.com/office/drawing/2014/main" id="{36CC4E3F-B5CB-3FAF-E349-BAC897CC1F1A}"/>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452032" y="6173387"/>
            <a:ext cx="1073373" cy="202199"/>
          </a:xfrm>
          <a:prstGeom prst="rect">
            <a:avLst/>
          </a:prstGeom>
        </p:spPr>
      </p:pic>
    </p:spTree>
    <p:extLst>
      <p:ext uri="{BB962C8B-B14F-4D97-AF65-F5344CB8AC3E}">
        <p14:creationId xmlns:p14="http://schemas.microsoft.com/office/powerpoint/2010/main" val="3034131148"/>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Full size picture with caption">
    <p:spTree>
      <p:nvGrpSpPr>
        <p:cNvPr id="1" name=""/>
        <p:cNvGrpSpPr/>
        <p:nvPr/>
      </p:nvGrpSpPr>
      <p:grpSpPr>
        <a:xfrm>
          <a:off x="0" y="0"/>
          <a:ext cx="0" cy="0"/>
          <a:chOff x="0" y="0"/>
          <a:chExt cx="0" cy="0"/>
        </a:xfrm>
      </p:grpSpPr>
      <p:sp>
        <p:nvSpPr>
          <p:cNvPr id="15" name="Plassholder for bilde 14">
            <a:extLst>
              <a:ext uri="{FF2B5EF4-FFF2-40B4-BE49-F238E27FC236}">
                <a16:creationId xmlns:a16="http://schemas.microsoft.com/office/drawing/2014/main" id="{7286B656-7875-69F1-7D12-980771A3B261}"/>
              </a:ext>
            </a:extLst>
          </p:cNvPr>
          <p:cNvSpPr>
            <a:spLocks noGrp="1"/>
          </p:cNvSpPr>
          <p:nvPr>
            <p:ph type="pic" sz="quarter" idx="15"/>
          </p:nvPr>
        </p:nvSpPr>
        <p:spPr>
          <a:xfrm>
            <a:off x="2" y="0"/>
            <a:ext cx="12226693" cy="6858000"/>
          </a:xfrm>
          <a:prstGeom prst="rect">
            <a:avLst/>
          </a:prstGeom>
          <a:solidFill>
            <a:srgbClr val="BFBFBF"/>
          </a:solidFill>
        </p:spPr>
        <p:txBody>
          <a:bodyPr tIns="585211"/>
          <a:lstStyle>
            <a:lvl1pPr marL="228594" indent="-228594" algn="ctr" defTabSz="914377" rtl="0" eaLnBrk="1" latinLnBrk="0" hangingPunct="1">
              <a:lnSpc>
                <a:spcPct val="110000"/>
              </a:lnSpc>
              <a:spcBef>
                <a:spcPts val="0"/>
              </a:spcBef>
              <a:buFont typeface="Arial" panose="020B0604020202020204" pitchFamily="34" charset="0"/>
              <a:buNone/>
              <a:defRPr sz="1600"/>
            </a:lvl1pPr>
          </a:lstStyle>
          <a:p>
            <a:r>
              <a:rPr lang="en-US"/>
              <a:t>Click icon to add picture</a:t>
            </a:r>
            <a:endParaRPr lang="nb-NO" dirty="0"/>
          </a:p>
        </p:txBody>
      </p:sp>
      <p:sp>
        <p:nvSpPr>
          <p:cNvPr id="16" name="Plassholder for tekst 11">
            <a:extLst>
              <a:ext uri="{FF2B5EF4-FFF2-40B4-BE49-F238E27FC236}">
                <a16:creationId xmlns:a16="http://schemas.microsoft.com/office/drawing/2014/main" id="{FF75FCBB-674F-FB7B-9D74-24D1B3A668FE}"/>
              </a:ext>
            </a:extLst>
          </p:cNvPr>
          <p:cNvSpPr>
            <a:spLocks noGrp="1"/>
          </p:cNvSpPr>
          <p:nvPr>
            <p:ph type="body" sz="quarter" idx="14"/>
          </p:nvPr>
        </p:nvSpPr>
        <p:spPr>
          <a:xfrm>
            <a:off x="1" y="4761853"/>
            <a:ext cx="12191999" cy="2096148"/>
          </a:xfrm>
          <a:prstGeom prst="rect">
            <a:avLst/>
          </a:prstGeom>
          <a:gradFill>
            <a:gsLst>
              <a:gs pos="0">
                <a:schemeClr val="tx1">
                  <a:alpha val="0"/>
                </a:schemeClr>
              </a:gs>
              <a:gs pos="99000">
                <a:schemeClr val="tx1">
                  <a:alpha val="49841"/>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lIns="428400" rIns="684000" bIns="828000" rtlCol="0" anchor="b"/>
          <a:lstStyle>
            <a:lvl1pPr marL="0" indent="0">
              <a:buNone/>
              <a:defRPr lang="nb-NO" sz="1600" dirty="0" smtClean="0">
                <a:solidFill>
                  <a:schemeClr val="lt1"/>
                </a:solidFill>
                <a:latin typeface="Calibri Light" panose="020F0302020204030204" pitchFamily="34" charset="0"/>
                <a:cs typeface="Calibri Light" panose="020F0302020204030204" pitchFamily="34" charset="0"/>
              </a:defRPr>
            </a:lvl1pPr>
          </a:lstStyle>
          <a:p>
            <a:pPr marL="0" lvl="0"/>
            <a:r>
              <a:rPr lang="en-US"/>
              <a:t>Click to edit Master text styles</a:t>
            </a:r>
          </a:p>
        </p:txBody>
      </p:sp>
      <p:sp>
        <p:nvSpPr>
          <p:cNvPr id="3" name="Plassholder for dato 2">
            <a:extLst>
              <a:ext uri="{FF2B5EF4-FFF2-40B4-BE49-F238E27FC236}">
                <a16:creationId xmlns:a16="http://schemas.microsoft.com/office/drawing/2014/main" id="{F8753C4E-6D3F-E4B9-9500-62E39A21C675}"/>
              </a:ext>
            </a:extLst>
          </p:cNvPr>
          <p:cNvSpPr>
            <a:spLocks noGrp="1"/>
          </p:cNvSpPr>
          <p:nvPr>
            <p:ph type="dt" sz="half" idx="10"/>
          </p:nvPr>
        </p:nvSpPr>
        <p:spPr>
          <a:xfrm>
            <a:off x="0" y="-257361"/>
            <a:ext cx="0" cy="205184"/>
          </a:xfrm>
          <a:prstGeom prst="rect">
            <a:avLst/>
          </a:prstGeom>
        </p:spPr>
        <p:txBody>
          <a:bodyPr/>
          <a:lstStyle/>
          <a:p>
            <a:fld id="{8049B0F7-39AE-40BC-8497-581B83AC5F34}" type="datetime1">
              <a:rPr lang="nb-NO" smtClean="0"/>
              <a:pPr/>
              <a:t>06.01.2025</a:t>
            </a:fld>
            <a:endParaRPr lang="nb-NO" dirty="0"/>
          </a:p>
        </p:txBody>
      </p:sp>
      <p:sp>
        <p:nvSpPr>
          <p:cNvPr id="14" name="Tittel 12">
            <a:extLst>
              <a:ext uri="{FF2B5EF4-FFF2-40B4-BE49-F238E27FC236}">
                <a16:creationId xmlns:a16="http://schemas.microsoft.com/office/drawing/2014/main" id="{CCA764C7-D421-D9C1-6D38-26148BC469A8}"/>
              </a:ext>
            </a:extLst>
          </p:cNvPr>
          <p:cNvSpPr>
            <a:spLocks noGrp="1"/>
          </p:cNvSpPr>
          <p:nvPr>
            <p:ph type="title"/>
          </p:nvPr>
        </p:nvSpPr>
        <p:spPr>
          <a:xfrm>
            <a:off x="450694" y="783289"/>
            <a:ext cx="11130660" cy="656591"/>
          </a:xfrm>
        </p:spPr>
        <p:txBody>
          <a:bodyPr/>
          <a:lstStyle>
            <a:lvl1pPr>
              <a:defRPr>
                <a:solidFill>
                  <a:schemeClr val="dk1"/>
                </a:solidFill>
              </a:defRPr>
            </a:lvl1pPr>
          </a:lstStyle>
          <a:p>
            <a:r>
              <a:rPr lang="en-US"/>
              <a:t>Click to edit Master title style</a:t>
            </a:r>
            <a:endParaRPr lang="nb-NO" dirty="0"/>
          </a:p>
        </p:txBody>
      </p:sp>
      <p:sp>
        <p:nvSpPr>
          <p:cNvPr id="2" name="Plassholder for lysbildenummer 5">
            <a:extLst>
              <a:ext uri="{FF2B5EF4-FFF2-40B4-BE49-F238E27FC236}">
                <a16:creationId xmlns:a16="http://schemas.microsoft.com/office/drawing/2014/main" id="{7560A250-7231-CACF-6727-237EC4A25D5F}"/>
              </a:ext>
            </a:extLst>
          </p:cNvPr>
          <p:cNvSpPr>
            <a:spLocks noGrp="1"/>
          </p:cNvSpPr>
          <p:nvPr>
            <p:ph type="sldNum" sz="quarter" idx="12"/>
          </p:nvPr>
        </p:nvSpPr>
        <p:spPr>
          <a:xfrm>
            <a:off x="11192400" y="6201767"/>
            <a:ext cx="574284" cy="144000"/>
          </a:xfrm>
        </p:spPr>
        <p:txBody>
          <a:bodyPr/>
          <a:lstStyle>
            <a:lvl1pPr>
              <a:defRPr>
                <a:solidFill>
                  <a:schemeClr val="lt1"/>
                </a:solidFill>
              </a:defRPr>
            </a:lvl1pPr>
          </a:lstStyle>
          <a:p>
            <a:fld id="{75567799-16DF-41EB-91D4-5F77DECB4B9E}" type="slidenum">
              <a:rPr lang="nb-NO" smtClean="0"/>
              <a:pPr/>
              <a:t>‹#›</a:t>
            </a:fld>
            <a:endParaRPr lang="nb-NO" dirty="0"/>
          </a:p>
        </p:txBody>
      </p:sp>
      <p:sp>
        <p:nvSpPr>
          <p:cNvPr id="6" name="Plassholder for bunntekst 4">
            <a:extLst>
              <a:ext uri="{FF2B5EF4-FFF2-40B4-BE49-F238E27FC236}">
                <a16:creationId xmlns:a16="http://schemas.microsoft.com/office/drawing/2014/main" id="{C3CDC9C8-B83F-B119-D83E-FF654A8A172A}"/>
              </a:ext>
            </a:extLst>
          </p:cNvPr>
          <p:cNvSpPr txBox="1">
            <a:spLocks/>
          </p:cNvSpPr>
          <p:nvPr userDrawn="1"/>
        </p:nvSpPr>
        <p:spPr>
          <a:xfrm>
            <a:off x="2146100" y="6150583"/>
            <a:ext cx="2269381" cy="246221"/>
          </a:xfrm>
          <a:prstGeom prst="rect">
            <a:avLst/>
          </a:prstGeom>
        </p:spPr>
        <p:txBody>
          <a:bodyPr vert="horz" lIns="121920" tIns="60960" rIns="121920" bIns="60960" rtlCol="0" anchor="ctr"/>
          <a:lstStyle>
            <a:defPPr>
              <a:defRPr lang="nb-NO"/>
            </a:defPPr>
            <a:lvl1pPr marL="0" algn="l" defTabSz="685800" rtl="0" eaLnBrk="1" latinLnBrk="0" hangingPunct="1">
              <a:defRPr sz="600" kern="1200">
                <a:solidFill>
                  <a:srgbClr val="999999"/>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800">
                <a:solidFill>
                  <a:schemeClr val="bg2"/>
                </a:solidFill>
              </a:rPr>
              <a:t>See Statement of Proprietary information</a:t>
            </a:r>
            <a:endParaRPr lang="nb-NO" sz="800" dirty="0">
              <a:solidFill>
                <a:schemeClr val="bg2"/>
              </a:solidFill>
            </a:endParaRPr>
          </a:p>
        </p:txBody>
      </p:sp>
      <p:pic>
        <p:nvPicPr>
          <p:cNvPr id="9" name="Picture 15">
            <a:extLst>
              <a:ext uri="{FF2B5EF4-FFF2-40B4-BE49-F238E27FC236}">
                <a16:creationId xmlns:a16="http://schemas.microsoft.com/office/drawing/2014/main" id="{A11C2AD2-3472-795F-B1F5-8BBADBCB385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452032" y="6173387"/>
            <a:ext cx="1073373" cy="202199"/>
          </a:xfrm>
          <a:prstGeom prst="rect">
            <a:avLst/>
          </a:prstGeom>
        </p:spPr>
      </p:pic>
    </p:spTree>
    <p:extLst>
      <p:ext uri="{BB962C8B-B14F-4D97-AF65-F5344CB8AC3E}">
        <p14:creationId xmlns:p14="http://schemas.microsoft.com/office/powerpoint/2010/main" val="2420078736"/>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p:cSld name="End slide with picture">
    <p:bg>
      <p:bgPr>
        <a:solidFill>
          <a:schemeClr val="accent2"/>
        </a:solidFill>
        <a:effectLst/>
      </p:bgPr>
    </p:bg>
    <p:spTree>
      <p:nvGrpSpPr>
        <p:cNvPr id="1" name=""/>
        <p:cNvGrpSpPr/>
        <p:nvPr/>
      </p:nvGrpSpPr>
      <p:grpSpPr>
        <a:xfrm>
          <a:off x="0" y="0"/>
          <a:ext cx="0" cy="0"/>
          <a:chOff x="0" y="0"/>
          <a:chExt cx="0" cy="0"/>
        </a:xfrm>
      </p:grpSpPr>
      <p:sp>
        <p:nvSpPr>
          <p:cNvPr id="13" name="Plassholder for bilde 14">
            <a:extLst>
              <a:ext uri="{FF2B5EF4-FFF2-40B4-BE49-F238E27FC236}">
                <a16:creationId xmlns:a16="http://schemas.microsoft.com/office/drawing/2014/main" id="{7CBE60D3-9CF4-C7A6-9C5D-CD2B516A5FA4}"/>
              </a:ext>
            </a:extLst>
          </p:cNvPr>
          <p:cNvSpPr>
            <a:spLocks noGrp="1"/>
          </p:cNvSpPr>
          <p:nvPr>
            <p:ph type="pic" sz="quarter" idx="15"/>
          </p:nvPr>
        </p:nvSpPr>
        <p:spPr>
          <a:xfrm>
            <a:off x="6538128" y="0"/>
            <a:ext cx="5653872" cy="6857992"/>
          </a:xfrm>
          <a:prstGeom prst="rect">
            <a:avLst/>
          </a:prstGeom>
          <a:solidFill>
            <a:srgbClr val="BFBFBF"/>
          </a:solidFill>
        </p:spPr>
        <p:txBody>
          <a:bodyPr tIns="585211"/>
          <a:lstStyle>
            <a:lvl1pPr marL="228594" indent="-228594" algn="ctr" defTabSz="914377" rtl="0" eaLnBrk="1" latinLnBrk="0" hangingPunct="1">
              <a:lnSpc>
                <a:spcPct val="110000"/>
              </a:lnSpc>
              <a:spcBef>
                <a:spcPts val="0"/>
              </a:spcBef>
              <a:buFont typeface="Arial" panose="020B0604020202020204" pitchFamily="34" charset="0"/>
              <a:buNone/>
              <a:defRPr sz="1600"/>
            </a:lvl1pPr>
          </a:lstStyle>
          <a:p>
            <a:r>
              <a:rPr lang="en-US"/>
              <a:t>Click icon to add picture</a:t>
            </a:r>
            <a:endParaRPr lang="nb-NO" dirty="0"/>
          </a:p>
        </p:txBody>
      </p:sp>
      <p:sp>
        <p:nvSpPr>
          <p:cNvPr id="2" name="Tittel 1">
            <a:extLst>
              <a:ext uri="{FF2B5EF4-FFF2-40B4-BE49-F238E27FC236}">
                <a16:creationId xmlns:a16="http://schemas.microsoft.com/office/drawing/2014/main" id="{801FDE88-2E19-A124-DE37-6AF710A4C7A6}"/>
              </a:ext>
            </a:extLst>
          </p:cNvPr>
          <p:cNvSpPr>
            <a:spLocks noGrp="1"/>
          </p:cNvSpPr>
          <p:nvPr>
            <p:ph type="title" hasCustomPrompt="1"/>
          </p:nvPr>
        </p:nvSpPr>
        <p:spPr>
          <a:xfrm>
            <a:off x="450694" y="1771140"/>
            <a:ext cx="4925991" cy="1436291"/>
          </a:xfrm>
        </p:spPr>
        <p:txBody>
          <a:bodyPr>
            <a:spAutoFit/>
          </a:bodyPr>
          <a:lstStyle>
            <a:lvl1pPr>
              <a:defRPr sz="4267">
                <a:solidFill>
                  <a:srgbClr val="014A42"/>
                </a:solidFill>
              </a:defRPr>
            </a:lvl1pPr>
          </a:lstStyle>
          <a:p>
            <a:r>
              <a:rPr lang="nb-NO"/>
              <a:t>Thank you or other</a:t>
            </a:r>
            <a:br>
              <a:rPr lang="nb-NO"/>
            </a:br>
            <a:r>
              <a:rPr lang="nb-NO"/>
              <a:t>sign off text</a:t>
            </a:r>
            <a:endParaRPr lang="nb-NO" dirty="0"/>
          </a:p>
        </p:txBody>
      </p:sp>
      <p:sp>
        <p:nvSpPr>
          <p:cNvPr id="3" name="Plassholder for dato 2">
            <a:extLst>
              <a:ext uri="{FF2B5EF4-FFF2-40B4-BE49-F238E27FC236}">
                <a16:creationId xmlns:a16="http://schemas.microsoft.com/office/drawing/2014/main" id="{B8B3ED4F-B399-78BD-C08E-8AE4B1C45820}"/>
              </a:ext>
            </a:extLst>
          </p:cNvPr>
          <p:cNvSpPr>
            <a:spLocks noGrp="1"/>
          </p:cNvSpPr>
          <p:nvPr>
            <p:ph type="dt" sz="half" idx="10"/>
          </p:nvPr>
        </p:nvSpPr>
        <p:spPr>
          <a:xfrm>
            <a:off x="0" y="-257361"/>
            <a:ext cx="0" cy="205184"/>
          </a:xfrm>
          <a:prstGeom prst="rect">
            <a:avLst/>
          </a:prstGeom>
        </p:spPr>
        <p:txBody>
          <a:bodyPr/>
          <a:lstStyle/>
          <a:p>
            <a:fld id="{8049B0F7-39AE-40BC-8497-581B83AC5F34}" type="datetime1">
              <a:rPr lang="nb-NO" smtClean="0"/>
              <a:pPr/>
              <a:t>06.01.2025</a:t>
            </a:fld>
            <a:endParaRPr lang="nb-NO" dirty="0"/>
          </a:p>
        </p:txBody>
      </p:sp>
      <p:sp>
        <p:nvSpPr>
          <p:cNvPr id="4" name="Plassholder for bunntekst 3">
            <a:extLst>
              <a:ext uri="{FF2B5EF4-FFF2-40B4-BE49-F238E27FC236}">
                <a16:creationId xmlns:a16="http://schemas.microsoft.com/office/drawing/2014/main" id="{AD909804-118D-EB5D-C8AF-78D7D8B888C2}"/>
              </a:ext>
            </a:extLst>
          </p:cNvPr>
          <p:cNvSpPr>
            <a:spLocks noGrp="1"/>
          </p:cNvSpPr>
          <p:nvPr>
            <p:ph type="ftr" sz="quarter" idx="11"/>
          </p:nvPr>
        </p:nvSpPr>
        <p:spPr>
          <a:xfrm>
            <a:off x="0" y="-154770"/>
            <a:ext cx="2269381" cy="20519"/>
          </a:xfrm>
          <a:prstGeom prst="rect">
            <a:avLst/>
          </a:prstGeom>
        </p:spPr>
        <p:txBody>
          <a:bodyPr lIns="0" tIns="0" rIns="0" bIns="0">
            <a:spAutoFit/>
          </a:bodyPr>
          <a:lstStyle>
            <a:lvl1pPr>
              <a:defRPr sz="133">
                <a:solidFill>
                  <a:schemeClr val="bg1">
                    <a:lumMod val="85000"/>
                  </a:schemeClr>
                </a:solidFill>
              </a:defRPr>
            </a:lvl1pPr>
          </a:lstStyle>
          <a:p>
            <a:r>
              <a:rPr lang="en-US" dirty="0"/>
              <a:t>See Statement of Proprietary information</a:t>
            </a:r>
            <a:endParaRPr lang="nb-NO" dirty="0"/>
          </a:p>
        </p:txBody>
      </p:sp>
      <p:sp>
        <p:nvSpPr>
          <p:cNvPr id="5" name="Plassholder for lysbildenummer 4">
            <a:extLst>
              <a:ext uri="{FF2B5EF4-FFF2-40B4-BE49-F238E27FC236}">
                <a16:creationId xmlns:a16="http://schemas.microsoft.com/office/drawing/2014/main" id="{A20A0578-7FF5-2D43-6564-5123AE1F2035}"/>
              </a:ext>
            </a:extLst>
          </p:cNvPr>
          <p:cNvSpPr>
            <a:spLocks noGrp="1"/>
          </p:cNvSpPr>
          <p:nvPr>
            <p:ph type="sldNum" sz="quarter" idx="12"/>
          </p:nvPr>
        </p:nvSpPr>
        <p:spPr>
          <a:xfrm>
            <a:off x="-1" y="-154770"/>
            <a:ext cx="2269381" cy="20519"/>
          </a:xfrm>
        </p:spPr>
        <p:txBody>
          <a:bodyPr lIns="0" tIns="0" rIns="0" bIns="0">
            <a:spAutoFit/>
          </a:bodyPr>
          <a:lstStyle>
            <a:lvl1pPr>
              <a:defRPr sz="133"/>
            </a:lvl1pPr>
          </a:lstStyle>
          <a:p>
            <a:fld id="{75567799-16DF-41EB-91D4-5F77DECB4B9E}" type="slidenum">
              <a:rPr lang="nb-NO" smtClean="0"/>
              <a:pPr/>
              <a:t>‹#›</a:t>
            </a:fld>
            <a:endParaRPr lang="nb-NO" dirty="0"/>
          </a:p>
        </p:txBody>
      </p:sp>
      <p:sp>
        <p:nvSpPr>
          <p:cNvPr id="9" name="Undertittel 8">
            <a:extLst>
              <a:ext uri="{FF2B5EF4-FFF2-40B4-BE49-F238E27FC236}">
                <a16:creationId xmlns:a16="http://schemas.microsoft.com/office/drawing/2014/main" id="{5298886A-6490-6F76-9DE3-636509BA82F4}"/>
              </a:ext>
            </a:extLst>
          </p:cNvPr>
          <p:cNvSpPr>
            <a:spLocks noGrp="1"/>
          </p:cNvSpPr>
          <p:nvPr>
            <p:ph type="subTitle" sz="quarter" idx="13" hasCustomPrompt="1"/>
          </p:nvPr>
        </p:nvSpPr>
        <p:spPr>
          <a:xfrm>
            <a:off x="450694" y="3207432"/>
            <a:ext cx="4320089" cy="410369"/>
          </a:xfrm>
          <a:prstGeom prst="rect">
            <a:avLst/>
          </a:prstGeom>
        </p:spPr>
        <p:txBody>
          <a:bodyPr lIns="91440" tIns="45720" rIns="91440" bIns="45720"/>
          <a:lstStyle>
            <a:lvl1pPr marL="0" indent="0" algn="l">
              <a:buNone/>
              <a:defRPr sz="1867">
                <a:solidFill>
                  <a:schemeClr val="lt1"/>
                </a:solidFill>
              </a:defRPr>
            </a:lvl1pPr>
            <a:lvl2pPr marL="609585" indent="0" algn="ctr">
              <a:buNone/>
            </a:lvl2pPr>
            <a:lvl3pPr marL="1219170" indent="0" algn="ctr">
              <a:buNone/>
            </a:lvl3pPr>
            <a:lvl4pPr marL="1828754" indent="0" algn="ctr">
              <a:buNone/>
            </a:lvl4pPr>
            <a:lvl5pPr marL="2438339" indent="0" algn="ctr">
              <a:buNone/>
            </a:lvl5pPr>
            <a:lvl6pPr marL="3047924" indent="0" algn="ctr">
              <a:buNone/>
            </a:lvl6pPr>
            <a:lvl7pPr marL="3657509" indent="0" algn="ctr">
              <a:buNone/>
            </a:lvl7pPr>
            <a:lvl8pPr marL="4267093" indent="0" algn="ctr">
              <a:buNone/>
            </a:lvl8pPr>
            <a:lvl9pPr marL="4876678" indent="0" algn="ctr">
              <a:buNone/>
            </a:lvl9pPr>
          </a:lstStyle>
          <a:p>
            <a:r>
              <a:rPr lang="nb-NO"/>
              <a:t>john.doe@kongsberg.com</a:t>
            </a:r>
            <a:endParaRPr lang="nb-NO" dirty="0"/>
          </a:p>
        </p:txBody>
      </p:sp>
      <p:sp>
        <p:nvSpPr>
          <p:cNvPr id="12" name="Plassholder for tekst 11">
            <a:extLst>
              <a:ext uri="{FF2B5EF4-FFF2-40B4-BE49-F238E27FC236}">
                <a16:creationId xmlns:a16="http://schemas.microsoft.com/office/drawing/2014/main" id="{8AC44DEB-BA9C-D602-64BE-0BB3397E35CD}"/>
              </a:ext>
            </a:extLst>
          </p:cNvPr>
          <p:cNvSpPr>
            <a:spLocks noGrp="1"/>
          </p:cNvSpPr>
          <p:nvPr>
            <p:ph type="body" sz="quarter" idx="14" hasCustomPrompt="1"/>
          </p:nvPr>
        </p:nvSpPr>
        <p:spPr>
          <a:xfrm>
            <a:off x="10711580" y="361469"/>
            <a:ext cx="1051304" cy="1054376"/>
          </a:xfrm>
          <a:prstGeom prst="rect">
            <a:avLst/>
          </a:prstGeom>
          <a:blipFill>
            <a:blip r:embed="rId2" cstate="print">
              <a:extLst>
                <a:ext uri="{28A0092B-C50C-407E-A947-70E740481C1C}">
                  <a14:useLocalDpi xmlns:a14="http://schemas.microsoft.com/office/drawing/2010/main"/>
                </a:ext>
              </a:extLst>
            </a:blip>
            <a:stretch>
              <a:fillRect/>
            </a:stretch>
          </a:blipFill>
        </p:spPr>
        <p:txBody>
          <a:bodyPr/>
          <a:lstStyle>
            <a:lvl1pPr>
              <a:defRPr sz="133">
                <a:solidFill>
                  <a:srgbClr val="000000"/>
                </a:solidFill>
              </a:defRPr>
            </a:lvl1pPr>
            <a:lvl2pPr>
              <a:defRPr sz="133">
                <a:solidFill>
                  <a:srgbClr val="000000"/>
                </a:solidFill>
              </a:defRPr>
            </a:lvl2pPr>
            <a:lvl3pPr>
              <a:defRPr sz="133">
                <a:solidFill>
                  <a:srgbClr val="000000"/>
                </a:solidFill>
              </a:defRPr>
            </a:lvl3pPr>
            <a:lvl4pPr>
              <a:defRPr sz="133">
                <a:solidFill>
                  <a:srgbClr val="000000"/>
                </a:solidFill>
              </a:defRPr>
            </a:lvl4pPr>
            <a:lvl5pPr>
              <a:defRPr sz="133">
                <a:solidFill>
                  <a:srgbClr val="000000"/>
                </a:solidFill>
              </a:defRPr>
            </a:lvl5pPr>
          </a:lstStyle>
          <a:p>
            <a:pPr lvl="0"/>
            <a:r>
              <a:rPr lang="nb-NO"/>
              <a:t> </a:t>
            </a:r>
            <a:endParaRPr lang="nb-NO" dirty="0"/>
          </a:p>
        </p:txBody>
      </p:sp>
    </p:spTree>
    <p:extLst>
      <p:ext uri="{BB962C8B-B14F-4D97-AF65-F5344CB8AC3E}">
        <p14:creationId xmlns:p14="http://schemas.microsoft.com/office/powerpoint/2010/main" val="4238864850"/>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p:cSld name="End slide">
    <p:bg>
      <p:bgPr>
        <a:solidFill>
          <a:schemeClr val="accent2"/>
        </a:solidFill>
        <a:effectLst/>
      </p:bgPr>
    </p:bg>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801FDE88-2E19-A124-DE37-6AF710A4C7A6}"/>
              </a:ext>
            </a:extLst>
          </p:cNvPr>
          <p:cNvSpPr>
            <a:spLocks noGrp="1"/>
          </p:cNvSpPr>
          <p:nvPr>
            <p:ph type="title" hasCustomPrompt="1"/>
          </p:nvPr>
        </p:nvSpPr>
        <p:spPr>
          <a:xfrm>
            <a:off x="450694" y="1771140"/>
            <a:ext cx="4925991" cy="1436291"/>
          </a:xfrm>
        </p:spPr>
        <p:txBody>
          <a:bodyPr>
            <a:spAutoFit/>
          </a:bodyPr>
          <a:lstStyle>
            <a:lvl1pPr>
              <a:defRPr sz="4267">
                <a:solidFill>
                  <a:srgbClr val="014A42"/>
                </a:solidFill>
              </a:defRPr>
            </a:lvl1pPr>
          </a:lstStyle>
          <a:p>
            <a:r>
              <a:rPr lang="nb-NO"/>
              <a:t>Thank you or other</a:t>
            </a:r>
            <a:br>
              <a:rPr lang="nb-NO"/>
            </a:br>
            <a:r>
              <a:rPr lang="nb-NO"/>
              <a:t>sign off text</a:t>
            </a:r>
            <a:endParaRPr lang="nb-NO" dirty="0"/>
          </a:p>
        </p:txBody>
      </p:sp>
      <p:sp>
        <p:nvSpPr>
          <p:cNvPr id="3" name="Plassholder for dato 2">
            <a:extLst>
              <a:ext uri="{FF2B5EF4-FFF2-40B4-BE49-F238E27FC236}">
                <a16:creationId xmlns:a16="http://schemas.microsoft.com/office/drawing/2014/main" id="{B8B3ED4F-B399-78BD-C08E-8AE4B1C45820}"/>
              </a:ext>
            </a:extLst>
          </p:cNvPr>
          <p:cNvSpPr>
            <a:spLocks noGrp="1"/>
          </p:cNvSpPr>
          <p:nvPr>
            <p:ph type="dt" sz="half" idx="10"/>
          </p:nvPr>
        </p:nvSpPr>
        <p:spPr>
          <a:xfrm>
            <a:off x="0" y="-257361"/>
            <a:ext cx="0" cy="205184"/>
          </a:xfrm>
          <a:prstGeom prst="rect">
            <a:avLst/>
          </a:prstGeom>
        </p:spPr>
        <p:txBody>
          <a:bodyPr/>
          <a:lstStyle/>
          <a:p>
            <a:fld id="{8049B0F7-39AE-40BC-8497-581B83AC5F34}" type="datetime1">
              <a:rPr lang="nb-NO" smtClean="0"/>
              <a:pPr/>
              <a:t>06.01.2025</a:t>
            </a:fld>
            <a:endParaRPr lang="nb-NO" dirty="0"/>
          </a:p>
        </p:txBody>
      </p:sp>
      <p:sp>
        <p:nvSpPr>
          <p:cNvPr id="4" name="Plassholder for bunntekst 3">
            <a:extLst>
              <a:ext uri="{FF2B5EF4-FFF2-40B4-BE49-F238E27FC236}">
                <a16:creationId xmlns:a16="http://schemas.microsoft.com/office/drawing/2014/main" id="{AD909804-118D-EB5D-C8AF-78D7D8B888C2}"/>
              </a:ext>
            </a:extLst>
          </p:cNvPr>
          <p:cNvSpPr>
            <a:spLocks noGrp="1"/>
          </p:cNvSpPr>
          <p:nvPr>
            <p:ph type="ftr" sz="quarter" idx="11"/>
          </p:nvPr>
        </p:nvSpPr>
        <p:spPr>
          <a:xfrm>
            <a:off x="0" y="-154770"/>
            <a:ext cx="2269381" cy="20519"/>
          </a:xfrm>
          <a:prstGeom prst="rect">
            <a:avLst/>
          </a:prstGeom>
        </p:spPr>
        <p:txBody>
          <a:bodyPr lIns="0" tIns="0" rIns="0" bIns="0">
            <a:spAutoFit/>
          </a:bodyPr>
          <a:lstStyle>
            <a:lvl1pPr>
              <a:defRPr sz="133">
                <a:solidFill>
                  <a:schemeClr val="bg1">
                    <a:lumMod val="85000"/>
                  </a:schemeClr>
                </a:solidFill>
              </a:defRPr>
            </a:lvl1pPr>
          </a:lstStyle>
          <a:p>
            <a:r>
              <a:rPr lang="en-US" dirty="0"/>
              <a:t>See Statement of Proprietary information</a:t>
            </a:r>
            <a:endParaRPr lang="nb-NO" dirty="0"/>
          </a:p>
        </p:txBody>
      </p:sp>
      <p:sp>
        <p:nvSpPr>
          <p:cNvPr id="5" name="Plassholder for lysbildenummer 4">
            <a:extLst>
              <a:ext uri="{FF2B5EF4-FFF2-40B4-BE49-F238E27FC236}">
                <a16:creationId xmlns:a16="http://schemas.microsoft.com/office/drawing/2014/main" id="{A20A0578-7FF5-2D43-6564-5123AE1F2035}"/>
              </a:ext>
            </a:extLst>
          </p:cNvPr>
          <p:cNvSpPr>
            <a:spLocks noGrp="1"/>
          </p:cNvSpPr>
          <p:nvPr>
            <p:ph type="sldNum" sz="quarter" idx="12"/>
          </p:nvPr>
        </p:nvSpPr>
        <p:spPr>
          <a:xfrm>
            <a:off x="-1" y="-154770"/>
            <a:ext cx="2269381" cy="20519"/>
          </a:xfrm>
        </p:spPr>
        <p:txBody>
          <a:bodyPr lIns="0" tIns="0" rIns="0" bIns="0">
            <a:spAutoFit/>
          </a:bodyPr>
          <a:lstStyle>
            <a:lvl1pPr>
              <a:defRPr sz="133"/>
            </a:lvl1pPr>
          </a:lstStyle>
          <a:p>
            <a:fld id="{75567799-16DF-41EB-91D4-5F77DECB4B9E}" type="slidenum">
              <a:rPr lang="nb-NO" smtClean="0"/>
              <a:pPr/>
              <a:t>‹#›</a:t>
            </a:fld>
            <a:endParaRPr lang="nb-NO" dirty="0"/>
          </a:p>
        </p:txBody>
      </p:sp>
      <p:sp>
        <p:nvSpPr>
          <p:cNvPr id="9" name="Undertittel 8">
            <a:extLst>
              <a:ext uri="{FF2B5EF4-FFF2-40B4-BE49-F238E27FC236}">
                <a16:creationId xmlns:a16="http://schemas.microsoft.com/office/drawing/2014/main" id="{5298886A-6490-6F76-9DE3-636509BA82F4}"/>
              </a:ext>
            </a:extLst>
          </p:cNvPr>
          <p:cNvSpPr>
            <a:spLocks noGrp="1"/>
          </p:cNvSpPr>
          <p:nvPr>
            <p:ph type="subTitle" sz="quarter" idx="13" hasCustomPrompt="1"/>
          </p:nvPr>
        </p:nvSpPr>
        <p:spPr>
          <a:xfrm>
            <a:off x="450694" y="3207432"/>
            <a:ext cx="4320089" cy="410369"/>
          </a:xfrm>
          <a:prstGeom prst="rect">
            <a:avLst/>
          </a:prstGeom>
        </p:spPr>
        <p:txBody>
          <a:bodyPr lIns="91440" tIns="45720" rIns="91440" bIns="45720"/>
          <a:lstStyle>
            <a:lvl1pPr marL="0" indent="0" algn="l">
              <a:buNone/>
              <a:defRPr sz="1867">
                <a:solidFill>
                  <a:schemeClr val="lt1"/>
                </a:solidFill>
              </a:defRPr>
            </a:lvl1pPr>
            <a:lvl2pPr marL="609585" indent="0" algn="ctr">
              <a:buNone/>
            </a:lvl2pPr>
            <a:lvl3pPr marL="1219170" indent="0" algn="ctr">
              <a:buNone/>
            </a:lvl3pPr>
            <a:lvl4pPr marL="1828754" indent="0" algn="ctr">
              <a:buNone/>
            </a:lvl4pPr>
            <a:lvl5pPr marL="2438339" indent="0" algn="ctr">
              <a:buNone/>
            </a:lvl5pPr>
            <a:lvl6pPr marL="3047924" indent="0" algn="ctr">
              <a:buNone/>
            </a:lvl6pPr>
            <a:lvl7pPr marL="3657509" indent="0" algn="ctr">
              <a:buNone/>
            </a:lvl7pPr>
            <a:lvl8pPr marL="4267093" indent="0" algn="ctr">
              <a:buNone/>
            </a:lvl8pPr>
            <a:lvl9pPr marL="4876678" indent="0" algn="ctr">
              <a:buNone/>
            </a:lvl9pPr>
          </a:lstStyle>
          <a:p>
            <a:r>
              <a:rPr lang="nb-NO"/>
              <a:t>john.doe@kongsberg.com</a:t>
            </a:r>
            <a:endParaRPr lang="nb-NO" dirty="0"/>
          </a:p>
        </p:txBody>
      </p:sp>
      <p:pic>
        <p:nvPicPr>
          <p:cNvPr id="6" name="Picture 1">
            <a:extLst>
              <a:ext uri="{FF2B5EF4-FFF2-40B4-BE49-F238E27FC236}">
                <a16:creationId xmlns:a16="http://schemas.microsoft.com/office/drawing/2014/main" id="{94770D15-8B45-D954-CD46-A2E63E0B0AC9}"/>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0711580" y="361469"/>
            <a:ext cx="1051304" cy="1054376"/>
          </a:xfrm>
          <a:prstGeom prst="rect">
            <a:avLst/>
          </a:prstGeom>
        </p:spPr>
      </p:pic>
      <p:pic>
        <p:nvPicPr>
          <p:cNvPr id="7" name="Picture 1">
            <a:extLst>
              <a:ext uri="{FF2B5EF4-FFF2-40B4-BE49-F238E27FC236}">
                <a16:creationId xmlns:a16="http://schemas.microsoft.com/office/drawing/2014/main" id="{DE247059-4D94-ED6D-9FB1-810924F9E7DB}"/>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0711580" y="361469"/>
            <a:ext cx="1051304" cy="1054376"/>
          </a:xfrm>
          <a:prstGeom prst="rect">
            <a:avLst/>
          </a:prstGeom>
        </p:spPr>
      </p:pic>
    </p:spTree>
    <p:extLst>
      <p:ext uri="{BB962C8B-B14F-4D97-AF65-F5344CB8AC3E}">
        <p14:creationId xmlns:p14="http://schemas.microsoft.com/office/powerpoint/2010/main" val="3383854559"/>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image" Target="../media/image1.emf"/><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tags" Target="../tags/tag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image" Target="../media/image2.emf"/><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oleObject" Target="../embeddings/oleObject1.bin"/><Relationship Id="rId20" Type="http://schemas.openxmlformats.org/officeDocument/2006/relationships/slideLayout" Target="../slideLayouts/slideLayout20.xml"/><Relationship Id="rId41" Type="http://schemas.openxmlformats.org/officeDocument/2006/relationships/slideLayout" Target="../slideLayouts/slideLayout4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14" name="think-cell data - do not delete" hidden="1">
            <a:extLst>
              <a:ext uri="{FF2B5EF4-FFF2-40B4-BE49-F238E27FC236}">
                <a16:creationId xmlns:a16="http://schemas.microsoft.com/office/drawing/2014/main" id="{25959465-A814-0E59-0E07-3645F7C71082}"/>
              </a:ext>
            </a:extLst>
          </p:cNvPr>
          <p:cNvGraphicFramePr>
            <a:graphicFrameLocks noChangeAspect="1"/>
          </p:cNvGraphicFramePr>
          <p:nvPr userDrawn="1">
            <p:custDataLst>
              <p:tags r:id="rId45"/>
            </p:custDataLst>
            <p:extLst>
              <p:ext uri="{D42A27DB-BD31-4B8C-83A1-F6EECF244321}">
                <p14:modId xmlns:p14="http://schemas.microsoft.com/office/powerpoint/2010/main" val="161494599"/>
              </p:ext>
            </p:extLst>
          </p:nvPr>
        </p:nvGraphicFramePr>
        <p:xfrm>
          <a:off x="2118" y="2118"/>
          <a:ext cx="2117" cy="2117"/>
        </p:xfrm>
        <a:graphic>
          <a:graphicData uri="http://schemas.openxmlformats.org/presentationml/2006/ole">
            <mc:AlternateContent xmlns:mc="http://schemas.openxmlformats.org/markup-compatibility/2006">
              <mc:Choice xmlns:v="urn:schemas-microsoft-com:vml" Requires="v">
                <p:oleObj name="think-cell Slide" r:id="rId46" imgW="408" imgH="408" progId="TCLayout.ActiveDocument.1">
                  <p:embed/>
                </p:oleObj>
              </mc:Choice>
              <mc:Fallback>
                <p:oleObj name="think-cell Slide" r:id="rId46" imgW="408" imgH="408" progId="TCLayout.ActiveDocument.1">
                  <p:embed/>
                  <p:pic>
                    <p:nvPicPr>
                      <p:cNvPr id="14" name="think-cell data - do not delete" hidden="1">
                        <a:extLst>
                          <a:ext uri="{FF2B5EF4-FFF2-40B4-BE49-F238E27FC236}">
                            <a16:creationId xmlns:a16="http://schemas.microsoft.com/office/drawing/2014/main" id="{25959465-A814-0E59-0E07-3645F7C71082}"/>
                          </a:ext>
                        </a:extLst>
                      </p:cNvPr>
                      <p:cNvPicPr/>
                      <p:nvPr/>
                    </p:nvPicPr>
                    <p:blipFill>
                      <a:blip r:embed="rId47"/>
                      <a:stretch>
                        <a:fillRect/>
                      </a:stretch>
                    </p:blipFill>
                    <p:spPr>
                      <a:xfrm>
                        <a:off x="2118" y="2118"/>
                        <a:ext cx="2117" cy="2117"/>
                      </a:xfrm>
                      <a:prstGeom prst="rect">
                        <a:avLst/>
                      </a:prstGeom>
                    </p:spPr>
                  </p:pic>
                </p:oleObj>
              </mc:Fallback>
            </mc:AlternateContent>
          </a:graphicData>
        </a:graphic>
      </p:graphicFrame>
      <p:sp>
        <p:nvSpPr>
          <p:cNvPr id="2" name="Plassholder for tittel 1">
            <a:extLst>
              <a:ext uri="{FF2B5EF4-FFF2-40B4-BE49-F238E27FC236}">
                <a16:creationId xmlns:a16="http://schemas.microsoft.com/office/drawing/2014/main" id="{382FE2C6-B58E-7EE8-7430-14FC99A17F09}"/>
              </a:ext>
            </a:extLst>
          </p:cNvPr>
          <p:cNvSpPr>
            <a:spLocks noGrp="1"/>
          </p:cNvSpPr>
          <p:nvPr>
            <p:ph type="title"/>
          </p:nvPr>
        </p:nvSpPr>
        <p:spPr>
          <a:xfrm>
            <a:off x="450694" y="783289"/>
            <a:ext cx="11314586" cy="656591"/>
          </a:xfrm>
          <a:prstGeom prst="rect">
            <a:avLst/>
          </a:prstGeom>
        </p:spPr>
        <p:txBody>
          <a:bodyPr vert="horz" lIns="91440" tIns="45720" rIns="91440" bIns="45720" rtlCol="0" anchor="t">
            <a:normAutofit/>
          </a:bodyPr>
          <a:lstStyle/>
          <a:p>
            <a:r>
              <a:rPr lang="en-GB" noProof="0" dirty="0"/>
              <a:t>Click to edit title style</a:t>
            </a:r>
          </a:p>
        </p:txBody>
      </p:sp>
      <p:sp>
        <p:nvSpPr>
          <p:cNvPr id="3" name="Plassholder for tekst 2">
            <a:extLst>
              <a:ext uri="{FF2B5EF4-FFF2-40B4-BE49-F238E27FC236}">
                <a16:creationId xmlns:a16="http://schemas.microsoft.com/office/drawing/2014/main" id="{C4EF1D65-A72E-337F-E1C9-EA08FEF32E69}"/>
              </a:ext>
            </a:extLst>
          </p:cNvPr>
          <p:cNvSpPr>
            <a:spLocks noGrp="1"/>
          </p:cNvSpPr>
          <p:nvPr>
            <p:ph type="body" idx="1"/>
          </p:nvPr>
        </p:nvSpPr>
        <p:spPr>
          <a:xfrm>
            <a:off x="450694" y="1680002"/>
            <a:ext cx="11314586" cy="4247833"/>
          </a:xfrm>
          <a:prstGeom prst="rect">
            <a:avLst/>
          </a:prstGeom>
        </p:spPr>
        <p:txBody>
          <a:bodyPr vert="horz" lIns="91440" tIns="45720" rIns="91440" bIns="45720" rtlCol="0">
            <a:normAutofit/>
          </a:bodyPr>
          <a:lstStyle/>
          <a:p>
            <a:pPr lvl="0"/>
            <a:r>
              <a:rPr lang="en-GB" noProof="0" dirty="0"/>
              <a:t>Click to edit text styles in the template</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5" name="Plassholder for bunntekst 4">
            <a:extLst>
              <a:ext uri="{FF2B5EF4-FFF2-40B4-BE49-F238E27FC236}">
                <a16:creationId xmlns:a16="http://schemas.microsoft.com/office/drawing/2014/main" id="{8FF46CC3-70EF-B3DA-B61A-544B2B9D32C5}"/>
              </a:ext>
            </a:extLst>
          </p:cNvPr>
          <p:cNvSpPr>
            <a:spLocks noGrp="1"/>
          </p:cNvSpPr>
          <p:nvPr>
            <p:ph type="ftr" sz="quarter" idx="3"/>
          </p:nvPr>
        </p:nvSpPr>
        <p:spPr>
          <a:xfrm>
            <a:off x="2146100" y="6150583"/>
            <a:ext cx="2269381" cy="246221"/>
          </a:xfrm>
          <a:prstGeom prst="rect">
            <a:avLst/>
          </a:prstGeom>
        </p:spPr>
        <p:txBody>
          <a:bodyPr vert="horz" lIns="91440" tIns="45720" rIns="91440" bIns="45720" rtlCol="0" anchor="ctr"/>
          <a:lstStyle>
            <a:lvl1pPr algn="l" rtl="0">
              <a:defRPr sz="800">
                <a:solidFill>
                  <a:srgbClr val="999999"/>
                </a:solidFill>
              </a:defRPr>
            </a:lvl1pPr>
          </a:lstStyle>
          <a:p>
            <a:r>
              <a:rPr lang="en-GB" dirty="0"/>
              <a:t>See Statement of Proprietary information</a:t>
            </a:r>
          </a:p>
        </p:txBody>
      </p:sp>
      <p:sp>
        <p:nvSpPr>
          <p:cNvPr id="6" name="Plassholder for lysbildenummer 5">
            <a:extLst>
              <a:ext uri="{FF2B5EF4-FFF2-40B4-BE49-F238E27FC236}">
                <a16:creationId xmlns:a16="http://schemas.microsoft.com/office/drawing/2014/main" id="{C80CC9F5-4A1F-9821-C1F6-6381FB27BE55}"/>
              </a:ext>
            </a:extLst>
          </p:cNvPr>
          <p:cNvSpPr>
            <a:spLocks noGrp="1"/>
          </p:cNvSpPr>
          <p:nvPr>
            <p:ph type="sldNum" sz="quarter" idx="4"/>
          </p:nvPr>
        </p:nvSpPr>
        <p:spPr>
          <a:xfrm>
            <a:off x="11190996" y="6201767"/>
            <a:ext cx="574284" cy="144000"/>
          </a:xfrm>
          <a:prstGeom prst="rect">
            <a:avLst/>
          </a:prstGeom>
        </p:spPr>
        <p:txBody>
          <a:bodyPr vert="horz" lIns="0" tIns="0" rIns="0" bIns="0" rtlCol="0" anchor="ctr"/>
          <a:lstStyle>
            <a:lvl1pPr algn="r" rtl="0">
              <a:defRPr sz="1200">
                <a:solidFill>
                  <a:schemeClr val="dk1"/>
                </a:solidFill>
              </a:defRPr>
            </a:lvl1pPr>
          </a:lstStyle>
          <a:p>
            <a:fld id="{75567799-16DF-41EB-91D4-5F77DECB4B9E}" type="slidenum">
              <a:rPr lang="en-GB" smtClean="0"/>
              <a:pPr/>
              <a:t>‹#›</a:t>
            </a:fld>
            <a:endParaRPr lang="en-GB" dirty="0"/>
          </a:p>
        </p:txBody>
      </p:sp>
      <p:pic>
        <p:nvPicPr>
          <p:cNvPr id="15" name="Picture 15">
            <a:extLst>
              <a:ext uri="{FF2B5EF4-FFF2-40B4-BE49-F238E27FC236}">
                <a16:creationId xmlns:a16="http://schemas.microsoft.com/office/drawing/2014/main" id="{700454FB-3414-2C03-A976-C1B35C495DF4}"/>
              </a:ext>
            </a:extLst>
          </p:cNvPr>
          <p:cNvPicPr>
            <a:picLocks noChangeAspect="1"/>
          </p:cNvPicPr>
          <p:nvPr userDrawn="1"/>
        </p:nvPicPr>
        <p:blipFill>
          <a:blip r:embed="rId48" cstate="print">
            <a:extLst>
              <a:ext uri="{28A0092B-C50C-407E-A947-70E740481C1C}">
                <a14:useLocalDpi xmlns:a14="http://schemas.microsoft.com/office/drawing/2010/main"/>
              </a:ext>
            </a:extLst>
          </a:blip>
          <a:stretch>
            <a:fillRect/>
          </a:stretch>
        </p:blipFill>
        <p:spPr>
          <a:xfrm>
            <a:off x="450694" y="6173387"/>
            <a:ext cx="1076052" cy="202199"/>
          </a:xfrm>
          <a:prstGeom prst="rect">
            <a:avLst/>
          </a:prstGeom>
        </p:spPr>
      </p:pic>
    </p:spTree>
    <p:extLst>
      <p:ext uri="{BB962C8B-B14F-4D97-AF65-F5344CB8AC3E}">
        <p14:creationId xmlns:p14="http://schemas.microsoft.com/office/powerpoint/2010/main" val="2665470538"/>
      </p:ext>
    </p:extLst>
  </p:cSld>
  <p:clrMap bg1="lt1" tx1="dk1" bg2="lt2" tx2="dk2" accent1="accent1" accent2="accent2" accent3="accent3" accent4="accent4" accent5="accent5" accent6="accent6" hlink="hlink" folHlink="folHlink"/>
  <p:sldLayoutIdLst>
    <p:sldLayoutId id="2147483693" r:id="rId1"/>
    <p:sldLayoutId id="2147483694" r:id="rId2"/>
    <p:sldLayoutId id="2147483695" r:id="rId3"/>
    <p:sldLayoutId id="2147483696" r:id="rId4"/>
    <p:sldLayoutId id="2147483698" r:id="rId5"/>
    <p:sldLayoutId id="2147483699" r:id="rId6"/>
    <p:sldLayoutId id="2147483701" r:id="rId7"/>
    <p:sldLayoutId id="2147483728" r:id="rId8"/>
    <p:sldLayoutId id="2147483729" r:id="rId9"/>
    <p:sldLayoutId id="2147483730" r:id="rId10"/>
    <p:sldLayoutId id="2147483731" r:id="rId11"/>
    <p:sldLayoutId id="2147483732" r:id="rId12"/>
    <p:sldLayoutId id="2147483704" r:id="rId13"/>
    <p:sldLayoutId id="2147483705" r:id="rId14"/>
    <p:sldLayoutId id="2147483711" r:id="rId15"/>
    <p:sldLayoutId id="2147483739" r:id="rId16"/>
    <p:sldLayoutId id="2147483706" r:id="rId17"/>
    <p:sldLayoutId id="2147483707" r:id="rId18"/>
    <p:sldLayoutId id="2147483708" r:id="rId19"/>
    <p:sldLayoutId id="2147483709" r:id="rId20"/>
    <p:sldLayoutId id="2147483734" r:id="rId21"/>
    <p:sldLayoutId id="2147483710" r:id="rId22"/>
    <p:sldLayoutId id="2147483712" r:id="rId23"/>
    <p:sldLayoutId id="2147483733" r:id="rId24"/>
    <p:sldLayoutId id="2147483713" r:id="rId25"/>
    <p:sldLayoutId id="2147483714" r:id="rId26"/>
    <p:sldLayoutId id="2147483715" r:id="rId27"/>
    <p:sldLayoutId id="2147483716" r:id="rId28"/>
    <p:sldLayoutId id="2147483717" r:id="rId29"/>
    <p:sldLayoutId id="2147483718" r:id="rId30"/>
    <p:sldLayoutId id="2147483719" r:id="rId31"/>
    <p:sldLayoutId id="2147483720" r:id="rId32"/>
    <p:sldLayoutId id="2147483721" r:id="rId33"/>
    <p:sldLayoutId id="2147483735" r:id="rId34"/>
    <p:sldLayoutId id="2147483736" r:id="rId35"/>
    <p:sldLayoutId id="2147483737" r:id="rId36"/>
    <p:sldLayoutId id="2147483722" r:id="rId37"/>
    <p:sldLayoutId id="2147483723" r:id="rId38"/>
    <p:sldLayoutId id="2147483740" r:id="rId39"/>
    <p:sldLayoutId id="2147483724" r:id="rId40"/>
    <p:sldLayoutId id="2147483725" r:id="rId41"/>
    <p:sldLayoutId id="2147483726" r:id="rId42"/>
    <p:sldLayoutId id="2147483727" r:id="rId43"/>
  </p:sldLayoutIdLst>
  <p:hf sldNum="0" hdr="0" dt="0"/>
  <p:txStyles>
    <p:titleStyle>
      <a:lvl1pPr algn="l" defTabSz="914377" rtl="0" eaLnBrk="1" latinLnBrk="0" hangingPunct="1">
        <a:lnSpc>
          <a:spcPct val="100000"/>
        </a:lnSpc>
        <a:spcBef>
          <a:spcPct val="0"/>
        </a:spcBef>
        <a:buNone/>
        <a:defRPr sz="3467" b="1" kern="1200">
          <a:solidFill>
            <a:srgbClr val="404040"/>
          </a:solidFill>
          <a:latin typeface="+mj-lt"/>
          <a:ea typeface="+mj-ea"/>
          <a:cs typeface="+mj-cs"/>
        </a:defRPr>
      </a:lvl1pPr>
    </p:titleStyle>
    <p:bodyStyle>
      <a:lvl1pPr marL="228594" indent="-228594" algn="l" defTabSz="914377" rtl="0" eaLnBrk="1" latinLnBrk="0" hangingPunct="1">
        <a:lnSpc>
          <a:spcPct val="110000"/>
        </a:lnSpc>
        <a:spcBef>
          <a:spcPts val="0"/>
        </a:spcBef>
        <a:buFont typeface="Arial" panose="020B0604020202020204" pitchFamily="34" charset="0"/>
        <a:buChar char="•"/>
        <a:defRPr sz="1600" kern="1200">
          <a:solidFill>
            <a:srgbClr val="404040"/>
          </a:solidFill>
          <a:latin typeface="+mn-lt"/>
          <a:ea typeface="+mn-ea"/>
          <a:cs typeface="+mn-cs"/>
        </a:defRPr>
      </a:lvl1pPr>
      <a:lvl2pPr marL="457189" indent="-228594" algn="l" defTabSz="914377" rtl="0" eaLnBrk="1" latinLnBrk="0" hangingPunct="1">
        <a:lnSpc>
          <a:spcPct val="110000"/>
        </a:lnSpc>
        <a:spcBef>
          <a:spcPts val="0"/>
        </a:spcBef>
        <a:buFont typeface="Symbol" panose="05050102010706020507" pitchFamily="18" charset="2"/>
        <a:buChar char="-"/>
        <a:defRPr sz="1600" kern="1200">
          <a:solidFill>
            <a:srgbClr val="404040"/>
          </a:solidFill>
          <a:latin typeface="+mn-lt"/>
          <a:ea typeface="+mn-ea"/>
          <a:cs typeface="+mn-cs"/>
        </a:defRPr>
      </a:lvl2pPr>
      <a:lvl3pPr marL="685783" indent="-228594" algn="l" defTabSz="914377" rtl="0" eaLnBrk="1" latinLnBrk="0" hangingPunct="1">
        <a:lnSpc>
          <a:spcPct val="110000"/>
        </a:lnSpc>
        <a:spcBef>
          <a:spcPts val="0"/>
        </a:spcBef>
        <a:buFont typeface="Arial" panose="020B0604020202020204" pitchFamily="34" charset="0"/>
        <a:buChar char="•"/>
        <a:defRPr sz="1600" kern="1200">
          <a:solidFill>
            <a:srgbClr val="404040"/>
          </a:solidFill>
          <a:latin typeface="+mn-lt"/>
          <a:ea typeface="+mn-ea"/>
          <a:cs typeface="+mn-cs"/>
        </a:defRPr>
      </a:lvl3pPr>
      <a:lvl4pPr marL="914377" indent="-228594" algn="l" defTabSz="914377" rtl="0" eaLnBrk="1" latinLnBrk="0" hangingPunct="1">
        <a:lnSpc>
          <a:spcPct val="110000"/>
        </a:lnSpc>
        <a:spcBef>
          <a:spcPts val="0"/>
        </a:spcBef>
        <a:buFont typeface="Symbol" panose="05050102010706020507" pitchFamily="18" charset="2"/>
        <a:buChar char="-"/>
        <a:defRPr sz="1600" kern="1200">
          <a:solidFill>
            <a:srgbClr val="404040"/>
          </a:solidFill>
          <a:latin typeface="+mn-lt"/>
          <a:ea typeface="+mn-ea"/>
          <a:cs typeface="+mn-cs"/>
        </a:defRPr>
      </a:lvl4pPr>
      <a:lvl5pPr marL="1142971" indent="-228594" algn="l" defTabSz="914377" rtl="0" eaLnBrk="1" latinLnBrk="0" hangingPunct="1">
        <a:lnSpc>
          <a:spcPct val="110000"/>
        </a:lnSpc>
        <a:spcBef>
          <a:spcPts val="0"/>
        </a:spcBef>
        <a:buFont typeface="Arial" panose="020B0604020202020204" pitchFamily="34" charset="0"/>
        <a:buChar char="•"/>
        <a:defRPr sz="1600" kern="1200">
          <a:solidFill>
            <a:srgbClr val="404040"/>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b-NO"/>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2160" userDrawn="1">
          <p15:clr>
            <a:srgbClr val="F26B43"/>
          </p15:clr>
        </p15:guide>
        <p15:guide id="4" pos="384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14.xml"/><Relationship Id="rId5" Type="http://schemas.openxmlformats.org/officeDocument/2006/relationships/image" Target="../media/image23.png"/><Relationship Id="rId4" Type="http://schemas.openxmlformats.org/officeDocument/2006/relationships/image" Target="../media/image22.png"/></Relationships>
</file>

<file path=ppt/slides/_rels/slide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3" Type="http://schemas.openxmlformats.org/officeDocument/2006/relationships/hyperlink" Target="https://medium.com/@1marcusangella/mastering-the-art-of-image-segmentation-a-comprehensive-guide-to-image-segmentation-techniques-545a75010a35" TargetMode="External"/><Relationship Id="rId2" Type="http://schemas.openxmlformats.org/officeDocument/2006/relationships/image" Target="../media/image26.png"/><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8028635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Undertittel 15">
            <a:extLst>
              <a:ext uri="{FF2B5EF4-FFF2-40B4-BE49-F238E27FC236}">
                <a16:creationId xmlns:a16="http://schemas.microsoft.com/office/drawing/2014/main" id="{C41708E1-480E-9831-4CAA-28A6BFB375F7}"/>
              </a:ext>
            </a:extLst>
          </p:cNvPr>
          <p:cNvSpPr>
            <a:spLocks noGrp="1"/>
          </p:cNvSpPr>
          <p:nvPr>
            <p:ph type="subTitle" idx="1"/>
          </p:nvPr>
        </p:nvSpPr>
        <p:spPr/>
        <p:txBody>
          <a:bodyPr/>
          <a:lstStyle/>
          <a:p>
            <a:r>
              <a:rPr lang="en-US" dirty="0"/>
              <a:t>A Game-Changer for Marine Surveying</a:t>
            </a:r>
            <a:endParaRPr lang="en-GB" dirty="0"/>
          </a:p>
        </p:txBody>
      </p:sp>
      <p:sp>
        <p:nvSpPr>
          <p:cNvPr id="15" name="Tittel 14">
            <a:extLst>
              <a:ext uri="{FF2B5EF4-FFF2-40B4-BE49-F238E27FC236}">
                <a16:creationId xmlns:a16="http://schemas.microsoft.com/office/drawing/2014/main" id="{26AFDE7D-C261-ED55-82EC-7E7569C8E6CA}"/>
              </a:ext>
            </a:extLst>
          </p:cNvPr>
          <p:cNvSpPr>
            <a:spLocks noGrp="1"/>
          </p:cNvSpPr>
          <p:nvPr>
            <p:ph type="ctrTitle"/>
          </p:nvPr>
        </p:nvSpPr>
        <p:spPr>
          <a:xfrm>
            <a:off x="720001" y="1415846"/>
            <a:ext cx="10051322" cy="2782300"/>
          </a:xfrm>
        </p:spPr>
        <p:txBody>
          <a:bodyPr/>
          <a:lstStyle/>
          <a:p>
            <a:r>
              <a:rPr lang="en-US" dirty="0"/>
              <a:t>Enhancing Acoustic Echogram Analysis with Deep Learning</a:t>
            </a:r>
            <a:endParaRPr lang="en-GB" dirty="0"/>
          </a:p>
        </p:txBody>
      </p:sp>
      <p:sp>
        <p:nvSpPr>
          <p:cNvPr id="2" name="Plassholder for bunntekst 1">
            <a:extLst>
              <a:ext uri="{FF2B5EF4-FFF2-40B4-BE49-F238E27FC236}">
                <a16:creationId xmlns:a16="http://schemas.microsoft.com/office/drawing/2014/main" id="{446A12E9-C116-5C2C-750A-19C749EA8419}"/>
              </a:ext>
            </a:extLst>
          </p:cNvPr>
          <p:cNvSpPr>
            <a:spLocks noGrp="1"/>
          </p:cNvSpPr>
          <p:nvPr>
            <p:ph type="ftr" sz="quarter" idx="11"/>
          </p:nvPr>
        </p:nvSpPr>
        <p:spPr/>
        <p:txBody>
          <a:bodyPr/>
          <a:lstStyle/>
          <a:p>
            <a:r>
              <a:rPr lang="en-US" dirty="0"/>
              <a:t>See Statement of Proprietary information</a:t>
            </a:r>
            <a:endParaRPr lang="nb-NO" dirty="0"/>
          </a:p>
        </p:txBody>
      </p:sp>
    </p:spTree>
    <p:extLst>
      <p:ext uri="{BB962C8B-B14F-4D97-AF65-F5344CB8AC3E}">
        <p14:creationId xmlns:p14="http://schemas.microsoft.com/office/powerpoint/2010/main" val="42778024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tel 6">
            <a:extLst>
              <a:ext uri="{FF2B5EF4-FFF2-40B4-BE49-F238E27FC236}">
                <a16:creationId xmlns:a16="http://schemas.microsoft.com/office/drawing/2014/main" id="{F4A072DE-510D-3D71-E31D-4557F5C31EF1}"/>
              </a:ext>
            </a:extLst>
          </p:cNvPr>
          <p:cNvSpPr>
            <a:spLocks noGrp="1"/>
          </p:cNvSpPr>
          <p:nvPr>
            <p:ph type="title"/>
          </p:nvPr>
        </p:nvSpPr>
        <p:spPr/>
        <p:txBody>
          <a:bodyPr/>
          <a:lstStyle/>
          <a:p>
            <a:r>
              <a:rPr lang="en-US" dirty="0"/>
              <a:t>Limitations of Current Algorithmic Methods</a:t>
            </a:r>
            <a:endParaRPr lang="en-GB" dirty="0"/>
          </a:p>
        </p:txBody>
      </p:sp>
      <p:sp>
        <p:nvSpPr>
          <p:cNvPr id="4" name="Plassholder for bunntekst 3">
            <a:extLst>
              <a:ext uri="{FF2B5EF4-FFF2-40B4-BE49-F238E27FC236}">
                <a16:creationId xmlns:a16="http://schemas.microsoft.com/office/drawing/2014/main" id="{8C7D2751-FE48-86A1-7D17-A64CBDB38582}"/>
              </a:ext>
            </a:extLst>
          </p:cNvPr>
          <p:cNvSpPr>
            <a:spLocks noGrp="1"/>
          </p:cNvSpPr>
          <p:nvPr>
            <p:ph type="ftr" sz="quarter" idx="11"/>
          </p:nvPr>
        </p:nvSpPr>
        <p:spPr/>
        <p:txBody>
          <a:bodyPr/>
          <a:lstStyle/>
          <a:p>
            <a:r>
              <a:rPr lang="en-US" dirty="0"/>
              <a:t>See Statement of Proprietary information</a:t>
            </a:r>
            <a:endParaRPr lang="nb-NO" dirty="0"/>
          </a:p>
        </p:txBody>
      </p:sp>
      <p:sp>
        <p:nvSpPr>
          <p:cNvPr id="9" name="Undertittel 8">
            <a:extLst>
              <a:ext uri="{FF2B5EF4-FFF2-40B4-BE49-F238E27FC236}">
                <a16:creationId xmlns:a16="http://schemas.microsoft.com/office/drawing/2014/main" id="{37500DC4-D528-2E2F-739C-01FA72D59706}"/>
              </a:ext>
            </a:extLst>
          </p:cNvPr>
          <p:cNvSpPr>
            <a:spLocks noGrp="1"/>
          </p:cNvSpPr>
          <p:nvPr>
            <p:ph type="subTitle" sz="quarter" idx="13"/>
          </p:nvPr>
        </p:nvSpPr>
        <p:spPr/>
        <p:txBody>
          <a:bodyPr>
            <a:normAutofit/>
          </a:bodyPr>
          <a:lstStyle/>
          <a:p>
            <a:endParaRPr lang="en-GB" dirty="0"/>
          </a:p>
        </p:txBody>
      </p:sp>
      <p:sp>
        <p:nvSpPr>
          <p:cNvPr id="3" name="Content Placeholder 2">
            <a:extLst>
              <a:ext uri="{FF2B5EF4-FFF2-40B4-BE49-F238E27FC236}">
                <a16:creationId xmlns:a16="http://schemas.microsoft.com/office/drawing/2014/main" id="{CC1458BE-BF0D-97B4-A267-0D4F1FA02600}"/>
              </a:ext>
            </a:extLst>
          </p:cNvPr>
          <p:cNvSpPr>
            <a:spLocks noGrp="1" noChangeArrowheads="1"/>
          </p:cNvSpPr>
          <p:nvPr>
            <p:ph idx="1"/>
          </p:nvPr>
        </p:nvSpPr>
        <p:spPr bwMode="auto">
          <a:xfrm>
            <a:off x="450694" y="2095760"/>
            <a:ext cx="5545108"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a:ln>
                  <a:noFill/>
                </a:ln>
                <a:solidFill>
                  <a:schemeClr val="tx1"/>
                </a:solidFill>
                <a:effectLst/>
                <a:latin typeface="Arial" panose="020B0604020202020204" pitchFamily="34" charset="0"/>
              </a:rPr>
              <a:t>Limited Historical Context</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lvl="1" defTabSz="914400" eaLnBrk="0" fontAlgn="base" hangingPunct="0">
              <a:lnSpc>
                <a:spcPct val="100000"/>
              </a:lnSpc>
              <a:spcBef>
                <a:spcPct val="0"/>
              </a:spcBef>
              <a:spcAft>
                <a:spcPct val="0"/>
              </a:spcAft>
            </a:pPr>
            <a:r>
              <a:rPr kumimoji="0" lang="en-US" altLang="en-US" sz="1800" b="0" i="0" u="none" strike="noStrike" cap="none" normalizeH="0" baseline="0" dirty="0">
                <a:ln>
                  <a:noFill/>
                </a:ln>
                <a:solidFill>
                  <a:schemeClr val="tx1"/>
                </a:solidFill>
                <a:effectLst/>
                <a:latin typeface="Arial" panose="020B0604020202020204" pitchFamily="34" charset="0"/>
              </a:rPr>
              <a:t>Only processes last 3 pings </a:t>
            </a:r>
          </a:p>
          <a:p>
            <a:pPr lvl="1" defTabSz="914400" eaLnBrk="0" fontAlgn="base" hangingPunct="0">
              <a:lnSpc>
                <a:spcPct val="100000"/>
              </a:lnSpc>
              <a:spcBef>
                <a:spcPct val="0"/>
              </a:spcBef>
              <a:spcAft>
                <a:spcPct val="0"/>
              </a:spcAft>
            </a:pPr>
            <a:r>
              <a:rPr kumimoji="0" lang="en-US" altLang="en-US" sz="1800" b="0" i="0" u="none" strike="noStrike" cap="none" normalizeH="0" baseline="0" dirty="0">
                <a:ln>
                  <a:noFill/>
                </a:ln>
                <a:solidFill>
                  <a:schemeClr val="tx1"/>
                </a:solidFill>
                <a:effectLst/>
                <a:latin typeface="Arial" panose="020B0604020202020204" pitchFamily="34" charset="0"/>
              </a:rPr>
              <a:t>Historically constrained by computational limits</a:t>
            </a:r>
          </a:p>
          <a:p>
            <a:pPr marL="457189" lvl="2" indent="0" defTabSz="914400" eaLnBrk="0" fontAlgn="base" hangingPunct="0">
              <a:lnSpc>
                <a:spcPct val="100000"/>
              </a:lnSpc>
              <a:spcBef>
                <a:spcPct val="0"/>
              </a:spcBef>
              <a:spcAft>
                <a:spcPct val="0"/>
              </a:spcAft>
              <a:buNone/>
            </a:pPr>
            <a:r>
              <a:rPr lang="en-US" altLang="en-US" sz="1800" dirty="0">
                <a:solidFill>
                  <a:schemeClr val="tx1"/>
                </a:solidFill>
                <a:latin typeface="Arial" panose="020B0604020202020204" pitchFamily="34" charset="0"/>
              </a:rPr>
              <a:t>(no longer an issue with modern computers)</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228595" lvl="1" indent="0" defTabSz="914400" eaLnBrk="0" fontAlgn="base" hangingPunct="0">
              <a:lnSpc>
                <a:spcPct val="100000"/>
              </a:lnSpc>
              <a:spcBef>
                <a:spcPct val="0"/>
              </a:spcBef>
              <a:spcAft>
                <a:spcPct val="0"/>
              </a:spcAft>
              <a:buNone/>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a:ln>
                  <a:noFill/>
                </a:ln>
                <a:solidFill>
                  <a:schemeClr val="tx1"/>
                </a:solidFill>
                <a:effectLst/>
                <a:latin typeface="Arial" panose="020B0604020202020204" pitchFamily="34" charset="0"/>
              </a:rPr>
              <a:t>Key Failure Modes</a:t>
            </a:r>
            <a:r>
              <a:rPr kumimoji="0" lang="en-US" altLang="en-US" sz="1800" b="0" i="0" u="none" strike="noStrike" cap="none" normalizeH="0" baseline="0" dirty="0">
                <a:ln>
                  <a:noFill/>
                </a:ln>
                <a:solidFill>
                  <a:schemeClr val="tx1"/>
                </a:solidFill>
                <a:effectLst/>
                <a:latin typeface="Arial" panose="020B0604020202020204" pitchFamily="34" charset="0"/>
              </a:rPr>
              <a:t> </a:t>
            </a:r>
          </a:p>
          <a:p>
            <a:pPr lvl="1" defTabSz="914400" eaLnBrk="0" fontAlgn="base" hangingPunct="0">
              <a:lnSpc>
                <a:spcPct val="100000"/>
              </a:lnSpc>
              <a:spcBef>
                <a:spcPct val="0"/>
              </a:spcBef>
              <a:spcAft>
                <a:spcPct val="0"/>
              </a:spcAft>
            </a:pPr>
            <a:r>
              <a:rPr kumimoji="0" lang="en-US" altLang="en-US" sz="1800" b="0" i="0" u="none" strike="noStrike" cap="none" normalizeH="0" baseline="0" dirty="0">
                <a:ln>
                  <a:noFill/>
                </a:ln>
                <a:solidFill>
                  <a:schemeClr val="tx1"/>
                </a:solidFill>
                <a:effectLst/>
                <a:latin typeface="Arial" panose="020B0604020202020204" pitchFamily="34" charset="0"/>
              </a:rPr>
              <a:t>Vulnerable to second-backscatter echoes </a:t>
            </a:r>
          </a:p>
          <a:p>
            <a:pPr lvl="1" defTabSz="914400" eaLnBrk="0" fontAlgn="base" hangingPunct="0">
              <a:lnSpc>
                <a:spcPct val="100000"/>
              </a:lnSpc>
              <a:spcBef>
                <a:spcPct val="0"/>
              </a:spcBef>
              <a:spcAft>
                <a:spcPct val="0"/>
              </a:spcAft>
            </a:pPr>
            <a:r>
              <a:rPr kumimoji="0" lang="en-US" altLang="en-US" sz="1800" b="0" i="0" u="none" strike="noStrike" cap="none" normalizeH="0" baseline="0" dirty="0">
                <a:ln>
                  <a:noFill/>
                </a:ln>
                <a:solidFill>
                  <a:schemeClr val="tx1"/>
                </a:solidFill>
                <a:effectLst/>
                <a:latin typeface="Arial" panose="020B0604020202020204" pitchFamily="34" charset="0"/>
              </a:rPr>
              <a:t>Can "get stuck" on false bottoms </a:t>
            </a:r>
          </a:p>
          <a:p>
            <a:pPr lvl="1" defTabSz="914400" eaLnBrk="0" fontAlgn="base" hangingPunct="0">
              <a:lnSpc>
                <a:spcPct val="100000"/>
              </a:lnSpc>
              <a:spcBef>
                <a:spcPct val="0"/>
              </a:spcBef>
              <a:spcAft>
                <a:spcPct val="0"/>
              </a:spcAft>
            </a:pPr>
            <a:r>
              <a:rPr kumimoji="0" lang="en-US" altLang="en-US" sz="1800" b="0" i="0" u="none" strike="noStrike" cap="none" normalizeH="0" baseline="0" dirty="0">
                <a:ln>
                  <a:noFill/>
                </a:ln>
                <a:solidFill>
                  <a:schemeClr val="tx1"/>
                </a:solidFill>
                <a:effectLst/>
                <a:latin typeface="Arial" panose="020B0604020202020204" pitchFamily="34" charset="0"/>
              </a:rPr>
              <a:t>Produces noisy results in challenging conditions</a:t>
            </a:r>
          </a:p>
          <a:p>
            <a:pPr marL="228595" lvl="1" indent="0" defTabSz="914400" eaLnBrk="0" fontAlgn="base" hangingPunct="0">
              <a:lnSpc>
                <a:spcPct val="100000"/>
              </a:lnSpc>
              <a:spcBef>
                <a:spcPct val="0"/>
              </a:spcBef>
              <a:spcAft>
                <a:spcPct val="0"/>
              </a:spcAft>
              <a:buNone/>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Arial" panose="020B0604020202020204" pitchFamily="34" charset="0"/>
              </a:rPr>
              <a:t>While effective for ~99% of cases,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Arial" panose="020B0604020202020204" pitchFamily="34" charset="0"/>
              </a:rPr>
              <a:t>critical failures do happen</a:t>
            </a:r>
          </a:p>
        </p:txBody>
      </p:sp>
      <p:pic>
        <p:nvPicPr>
          <p:cNvPr id="6" name="Picture 5">
            <a:extLst>
              <a:ext uri="{FF2B5EF4-FFF2-40B4-BE49-F238E27FC236}">
                <a16:creationId xmlns:a16="http://schemas.microsoft.com/office/drawing/2014/main" id="{AB9A8604-5474-F317-3C9E-A6E1C5C1138B}"/>
              </a:ext>
            </a:extLst>
          </p:cNvPr>
          <p:cNvPicPr>
            <a:picLocks noChangeAspect="1"/>
          </p:cNvPicPr>
          <p:nvPr/>
        </p:nvPicPr>
        <p:blipFill>
          <a:blip r:embed="rId2"/>
          <a:stretch>
            <a:fillRect/>
          </a:stretch>
        </p:blipFill>
        <p:spPr>
          <a:xfrm>
            <a:off x="6410923" y="1391984"/>
            <a:ext cx="2986205" cy="2411935"/>
          </a:xfrm>
          <a:prstGeom prst="rect">
            <a:avLst/>
          </a:prstGeom>
        </p:spPr>
      </p:pic>
      <p:pic>
        <p:nvPicPr>
          <p:cNvPr id="19" name="Picture 18">
            <a:extLst>
              <a:ext uri="{FF2B5EF4-FFF2-40B4-BE49-F238E27FC236}">
                <a16:creationId xmlns:a16="http://schemas.microsoft.com/office/drawing/2014/main" id="{0E593AF5-EEBC-6776-8F4A-A6423FC58E04}"/>
              </a:ext>
            </a:extLst>
          </p:cNvPr>
          <p:cNvPicPr>
            <a:picLocks noChangeAspect="1"/>
          </p:cNvPicPr>
          <p:nvPr/>
        </p:nvPicPr>
        <p:blipFill>
          <a:blip r:embed="rId3"/>
          <a:stretch>
            <a:fillRect/>
          </a:stretch>
        </p:blipFill>
        <p:spPr>
          <a:xfrm>
            <a:off x="9651992" y="1401129"/>
            <a:ext cx="1938519" cy="2408713"/>
          </a:xfrm>
          <a:prstGeom prst="rect">
            <a:avLst/>
          </a:prstGeom>
        </p:spPr>
      </p:pic>
      <p:sp>
        <p:nvSpPr>
          <p:cNvPr id="20" name="Rectangle 19">
            <a:extLst>
              <a:ext uri="{FF2B5EF4-FFF2-40B4-BE49-F238E27FC236}">
                <a16:creationId xmlns:a16="http://schemas.microsoft.com/office/drawing/2014/main" id="{8F0FFC58-8D65-644F-1983-1AF8B7841847}"/>
              </a:ext>
            </a:extLst>
          </p:cNvPr>
          <p:cNvSpPr/>
          <p:nvPr/>
        </p:nvSpPr>
        <p:spPr>
          <a:xfrm>
            <a:off x="7772400" y="2751810"/>
            <a:ext cx="660400" cy="959118"/>
          </a:xfrm>
          <a:prstGeom prst="rect">
            <a:avLst/>
          </a:prstGeom>
          <a:no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5" name="Connector: Elbow 24">
            <a:extLst>
              <a:ext uri="{FF2B5EF4-FFF2-40B4-BE49-F238E27FC236}">
                <a16:creationId xmlns:a16="http://schemas.microsoft.com/office/drawing/2014/main" id="{26755D0E-2A6B-CC78-BE90-BF4C65F2F8CF}"/>
              </a:ext>
            </a:extLst>
          </p:cNvPr>
          <p:cNvCxnSpPr>
            <a:cxnSpLocks/>
          </p:cNvCxnSpPr>
          <p:nvPr/>
        </p:nvCxnSpPr>
        <p:spPr>
          <a:xfrm rot="10800000" flipV="1">
            <a:off x="8598090" y="2431197"/>
            <a:ext cx="1311341" cy="641225"/>
          </a:xfrm>
          <a:prstGeom prst="bentConnector3">
            <a:avLst>
              <a:gd name="adj1" fmla="val 51182"/>
            </a:avLst>
          </a:prstGeom>
          <a:ln w="38100">
            <a:solidFill>
              <a:schemeClr val="tx1"/>
            </a:solidFill>
            <a:headEnd type="triangle"/>
            <a:tailEnd type="triangle"/>
          </a:ln>
        </p:spPr>
        <p:style>
          <a:lnRef idx="3">
            <a:schemeClr val="dk1"/>
          </a:lnRef>
          <a:fillRef idx="0">
            <a:schemeClr val="dk1"/>
          </a:fillRef>
          <a:effectRef idx="2">
            <a:schemeClr val="dk1"/>
          </a:effectRef>
          <a:fontRef idx="minor">
            <a:schemeClr val="tx1"/>
          </a:fontRef>
        </p:style>
      </p:cxnSp>
      <p:sp>
        <p:nvSpPr>
          <p:cNvPr id="29" name="TextBox 28">
            <a:extLst>
              <a:ext uri="{FF2B5EF4-FFF2-40B4-BE49-F238E27FC236}">
                <a16:creationId xmlns:a16="http://schemas.microsoft.com/office/drawing/2014/main" id="{05A4DE9E-F675-7EDF-EF79-F09378340BD6}"/>
              </a:ext>
            </a:extLst>
          </p:cNvPr>
          <p:cNvSpPr txBox="1"/>
          <p:nvPr/>
        </p:nvSpPr>
        <p:spPr>
          <a:xfrm>
            <a:off x="6410923" y="3989540"/>
            <a:ext cx="3237952" cy="430887"/>
          </a:xfrm>
          <a:prstGeom prst="rect">
            <a:avLst/>
          </a:prstGeom>
          <a:noFill/>
        </p:spPr>
        <p:txBody>
          <a:bodyPr wrap="square" rtlCol="0">
            <a:spAutoFit/>
          </a:bodyPr>
          <a:lstStyle/>
          <a:p>
            <a:r>
              <a:rPr lang="nb-NO" sz="1100" dirty="0" err="1"/>
              <a:t>Examples</a:t>
            </a:r>
            <a:r>
              <a:rPr lang="nb-NO" sz="1100" dirty="0"/>
              <a:t> </a:t>
            </a:r>
            <a:r>
              <a:rPr lang="nb-NO" sz="1100" dirty="0" err="1"/>
              <a:t>of</a:t>
            </a:r>
            <a:r>
              <a:rPr lang="nb-NO" sz="1100" dirty="0"/>
              <a:t> </a:t>
            </a:r>
            <a:r>
              <a:rPr lang="nb-NO" sz="1100" dirty="0" err="1"/>
              <a:t>failure</a:t>
            </a:r>
            <a:r>
              <a:rPr lang="nb-NO" sz="1100" dirty="0"/>
              <a:t>:</a:t>
            </a:r>
          </a:p>
          <a:p>
            <a:r>
              <a:rPr lang="nb-NO" sz="1100" dirty="0"/>
              <a:t>Black line </a:t>
            </a:r>
            <a:r>
              <a:rPr lang="nb-NO" sz="1100" dirty="0" err="1"/>
              <a:t>represents</a:t>
            </a:r>
            <a:r>
              <a:rPr lang="nb-NO" sz="1100" dirty="0"/>
              <a:t> </a:t>
            </a:r>
            <a:r>
              <a:rPr lang="nb-NO" sz="1100" dirty="0" err="1"/>
              <a:t>algorithmic</a:t>
            </a:r>
            <a:r>
              <a:rPr lang="nb-NO" sz="1100" dirty="0"/>
              <a:t> </a:t>
            </a:r>
            <a:r>
              <a:rPr lang="nb-NO" sz="1100" dirty="0" err="1"/>
              <a:t>bottom</a:t>
            </a:r>
            <a:r>
              <a:rPr lang="nb-NO" sz="1100" dirty="0"/>
              <a:t>.</a:t>
            </a:r>
          </a:p>
        </p:txBody>
      </p:sp>
      <p:pic>
        <p:nvPicPr>
          <p:cNvPr id="31" name="Picture 30">
            <a:extLst>
              <a:ext uri="{FF2B5EF4-FFF2-40B4-BE49-F238E27FC236}">
                <a16:creationId xmlns:a16="http://schemas.microsoft.com/office/drawing/2014/main" id="{86948A99-5AD3-6A23-3618-ABFB80ABA3DD}"/>
              </a:ext>
            </a:extLst>
          </p:cNvPr>
          <p:cNvPicPr>
            <a:picLocks noChangeAspect="1"/>
          </p:cNvPicPr>
          <p:nvPr/>
        </p:nvPicPr>
        <p:blipFill>
          <a:blip r:embed="rId4"/>
          <a:stretch>
            <a:fillRect/>
          </a:stretch>
        </p:blipFill>
        <p:spPr>
          <a:xfrm>
            <a:off x="9174393" y="4492723"/>
            <a:ext cx="2893719" cy="1657860"/>
          </a:xfrm>
          <a:prstGeom prst="rect">
            <a:avLst/>
          </a:prstGeom>
        </p:spPr>
      </p:pic>
      <p:pic>
        <p:nvPicPr>
          <p:cNvPr id="33" name="Picture 32">
            <a:extLst>
              <a:ext uri="{FF2B5EF4-FFF2-40B4-BE49-F238E27FC236}">
                <a16:creationId xmlns:a16="http://schemas.microsoft.com/office/drawing/2014/main" id="{1E01F1B3-BC4F-4B89-62F1-B4AED02BE578}"/>
              </a:ext>
            </a:extLst>
          </p:cNvPr>
          <p:cNvPicPr>
            <a:picLocks noChangeAspect="1"/>
          </p:cNvPicPr>
          <p:nvPr/>
        </p:nvPicPr>
        <p:blipFill>
          <a:blip r:embed="rId5"/>
          <a:stretch>
            <a:fillRect/>
          </a:stretch>
        </p:blipFill>
        <p:spPr>
          <a:xfrm>
            <a:off x="6587746" y="4441888"/>
            <a:ext cx="2368965" cy="1759529"/>
          </a:xfrm>
          <a:prstGeom prst="rect">
            <a:avLst/>
          </a:prstGeom>
        </p:spPr>
      </p:pic>
    </p:spTree>
    <p:extLst>
      <p:ext uri="{BB962C8B-B14F-4D97-AF65-F5344CB8AC3E}">
        <p14:creationId xmlns:p14="http://schemas.microsoft.com/office/powerpoint/2010/main" val="15074042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tel 6">
            <a:extLst>
              <a:ext uri="{FF2B5EF4-FFF2-40B4-BE49-F238E27FC236}">
                <a16:creationId xmlns:a16="http://schemas.microsoft.com/office/drawing/2014/main" id="{F4A072DE-510D-3D71-E31D-4557F5C31EF1}"/>
              </a:ext>
            </a:extLst>
          </p:cNvPr>
          <p:cNvSpPr>
            <a:spLocks noGrp="1"/>
          </p:cNvSpPr>
          <p:nvPr>
            <p:ph type="title"/>
          </p:nvPr>
        </p:nvSpPr>
        <p:spPr>
          <a:xfrm>
            <a:off x="450694" y="783289"/>
            <a:ext cx="11314586" cy="656591"/>
          </a:xfrm>
        </p:spPr>
        <p:txBody>
          <a:bodyPr anchor="t">
            <a:normAutofit/>
          </a:bodyPr>
          <a:lstStyle/>
          <a:p>
            <a:r>
              <a:rPr lang="en-US" dirty="0"/>
              <a:t>The Deep Learning Advantage (U-Net)</a:t>
            </a:r>
            <a:endParaRPr lang="en-GB" dirty="0"/>
          </a:p>
        </p:txBody>
      </p:sp>
      <p:pic>
        <p:nvPicPr>
          <p:cNvPr id="6" name="Picture 5" descr="A screen shot of a computer screen&#10;&#10;Description automatically generated">
            <a:extLst>
              <a:ext uri="{FF2B5EF4-FFF2-40B4-BE49-F238E27FC236}">
                <a16:creationId xmlns:a16="http://schemas.microsoft.com/office/drawing/2014/main" id="{B1771159-39FF-8D03-4AD1-C9BB4B528757}"/>
              </a:ext>
            </a:extLst>
          </p:cNvPr>
          <p:cNvPicPr>
            <a:picLocks noChangeAspect="1"/>
          </p:cNvPicPr>
          <p:nvPr/>
        </p:nvPicPr>
        <p:blipFill>
          <a:blip r:embed="rId2">
            <a:extLst>
              <a:ext uri="{28A0092B-C50C-407E-A947-70E740481C1C}">
                <a14:useLocalDpi xmlns:a14="http://schemas.microsoft.com/office/drawing/2010/main" val="0"/>
              </a:ext>
            </a:extLst>
          </a:blip>
          <a:srcRect r="5774"/>
          <a:stretch/>
        </p:blipFill>
        <p:spPr>
          <a:xfrm>
            <a:off x="440096" y="1510885"/>
            <a:ext cx="5211813" cy="4203700"/>
          </a:xfrm>
          <a:prstGeom prst="rect">
            <a:avLst/>
          </a:prstGeom>
          <a:noFill/>
        </p:spPr>
      </p:pic>
      <p:sp>
        <p:nvSpPr>
          <p:cNvPr id="3" name="Content Placeholder 2">
            <a:extLst>
              <a:ext uri="{FF2B5EF4-FFF2-40B4-BE49-F238E27FC236}">
                <a16:creationId xmlns:a16="http://schemas.microsoft.com/office/drawing/2014/main" id="{405A26F9-9198-9148-EBA0-024E61AD1ADE}"/>
              </a:ext>
            </a:extLst>
          </p:cNvPr>
          <p:cNvSpPr>
            <a:spLocks noGrp="1" noChangeArrowheads="1"/>
          </p:cNvSpPr>
          <p:nvPr>
            <p:ph sz="half" idx="2"/>
          </p:nvPr>
        </p:nvSpPr>
        <p:spPr bwMode="auto">
          <a:xfrm>
            <a:off x="6553467" y="1680002"/>
            <a:ext cx="5211813" cy="4203700"/>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lnSpcReduction="10000"/>
          </a:bodyPr>
          <a:lstStyle/>
          <a:p>
            <a:pPr marL="0" marR="0" lvl="0" indent="0" defTabSz="914400" rtl="0" eaLnBrk="0" fontAlgn="base" latinLnBrk="0" hangingPunct="0">
              <a:lnSpc>
                <a:spcPct val="100000"/>
              </a:lnSpc>
              <a:spcBef>
                <a:spcPct val="0"/>
              </a:spcBef>
              <a:spcAft>
                <a:spcPts val="600"/>
              </a:spcAft>
              <a:buClrTx/>
              <a:buSzTx/>
              <a:buNone/>
              <a:tabLst/>
            </a:pPr>
            <a:r>
              <a:rPr kumimoji="0" lang="en-US" altLang="en-US" sz="1400" b="1" i="0" u="none" strike="noStrike" cap="none" normalizeH="0" baseline="0" dirty="0">
                <a:ln>
                  <a:noFill/>
                </a:ln>
                <a:effectLst/>
              </a:rPr>
              <a:t>Enhanced Bottom Detection</a:t>
            </a:r>
            <a:r>
              <a:rPr kumimoji="0" lang="en-US" altLang="en-US" sz="1400" b="0" i="0" u="none" strike="noStrike" cap="none" normalizeH="0" baseline="0" dirty="0">
                <a:ln>
                  <a:noFill/>
                </a:ln>
                <a:effectLst/>
              </a:rPr>
              <a:t> </a:t>
            </a:r>
          </a:p>
          <a:p>
            <a:pPr lvl="1" defTabSz="914400" eaLnBrk="0" fontAlgn="base" hangingPunct="0">
              <a:lnSpc>
                <a:spcPct val="100000"/>
              </a:lnSpc>
              <a:spcBef>
                <a:spcPct val="0"/>
              </a:spcBef>
              <a:spcAft>
                <a:spcPts val="600"/>
              </a:spcAft>
            </a:pPr>
            <a:r>
              <a:rPr kumimoji="0" lang="en-US" altLang="en-US" sz="1400" b="0" i="0" u="none" strike="noStrike" cap="none" normalizeH="0" baseline="0" dirty="0">
                <a:ln>
                  <a:noFill/>
                </a:ln>
                <a:effectLst/>
              </a:rPr>
              <a:t>U-Net can leverage broader spatial context </a:t>
            </a:r>
          </a:p>
          <a:p>
            <a:pPr lvl="1" defTabSz="914400" eaLnBrk="0" fontAlgn="base" hangingPunct="0">
              <a:lnSpc>
                <a:spcPct val="100000"/>
              </a:lnSpc>
              <a:spcBef>
                <a:spcPct val="0"/>
              </a:spcBef>
              <a:spcAft>
                <a:spcPts val="600"/>
              </a:spcAft>
            </a:pPr>
            <a:r>
              <a:rPr kumimoji="0" lang="en-US" altLang="en-US" sz="1400" b="0" i="0" u="none" strike="noStrike" cap="none" normalizeH="0" baseline="0" dirty="0">
                <a:ln>
                  <a:noFill/>
                </a:ln>
                <a:effectLst/>
              </a:rPr>
              <a:t>More robust against second-backscatter and noise</a:t>
            </a:r>
          </a:p>
          <a:p>
            <a:pPr lvl="1" defTabSz="914400" eaLnBrk="0" fontAlgn="base" hangingPunct="0">
              <a:lnSpc>
                <a:spcPct val="100000"/>
              </a:lnSpc>
              <a:spcBef>
                <a:spcPct val="0"/>
              </a:spcBef>
              <a:spcAft>
                <a:spcPts val="600"/>
              </a:spcAft>
            </a:pPr>
            <a:r>
              <a:rPr kumimoji="0" lang="en-US" altLang="en-US" sz="1400" b="0" i="0" u="none" strike="noStrike" cap="none" normalizeH="0" baseline="0" dirty="0">
                <a:ln>
                  <a:noFill/>
                </a:ln>
                <a:effectLst/>
              </a:rPr>
              <a:t>Acts as a reliable fallback when traditional methods fail</a:t>
            </a:r>
          </a:p>
          <a:p>
            <a:pPr marL="228595" lvl="1" indent="0" defTabSz="914400" eaLnBrk="0" fontAlgn="base" hangingPunct="0">
              <a:lnSpc>
                <a:spcPct val="100000"/>
              </a:lnSpc>
              <a:spcBef>
                <a:spcPct val="0"/>
              </a:spcBef>
              <a:spcAft>
                <a:spcPts val="600"/>
              </a:spcAft>
              <a:buNone/>
            </a:pPr>
            <a:r>
              <a:rPr kumimoji="0" lang="en-US" altLang="en-US" sz="1400" b="0" i="0" u="none" strike="noStrike" cap="none" normalizeH="0" baseline="0" dirty="0">
                <a:ln>
                  <a:noFill/>
                </a:ln>
                <a:effectLst/>
              </a:rPr>
              <a:t> </a:t>
            </a:r>
          </a:p>
          <a:p>
            <a:pPr marL="0" marR="0" lvl="0" indent="0" defTabSz="914400" rtl="0" eaLnBrk="0" fontAlgn="base" latinLnBrk="0" hangingPunct="0">
              <a:lnSpc>
                <a:spcPct val="100000"/>
              </a:lnSpc>
              <a:spcBef>
                <a:spcPct val="0"/>
              </a:spcBef>
              <a:spcAft>
                <a:spcPts val="600"/>
              </a:spcAft>
              <a:buClrTx/>
              <a:buSzTx/>
              <a:buNone/>
              <a:tabLst/>
            </a:pPr>
            <a:r>
              <a:rPr kumimoji="0" lang="en-US" altLang="en-US" sz="1400" b="1" i="0" u="none" strike="noStrike" cap="none" normalizeH="0" baseline="0" dirty="0">
                <a:ln>
                  <a:noFill/>
                </a:ln>
                <a:effectLst/>
              </a:rPr>
              <a:t>Extensible Architecture</a:t>
            </a:r>
            <a:r>
              <a:rPr kumimoji="0" lang="en-US" altLang="en-US" sz="1400" b="0" i="0" u="none" strike="noStrike" cap="none" normalizeH="0" baseline="0" dirty="0">
                <a:ln>
                  <a:noFill/>
                </a:ln>
                <a:effectLst/>
              </a:rPr>
              <a:t> </a:t>
            </a:r>
          </a:p>
          <a:p>
            <a:pPr lvl="1" defTabSz="914400" eaLnBrk="0" fontAlgn="base" hangingPunct="0">
              <a:lnSpc>
                <a:spcPct val="100000"/>
              </a:lnSpc>
              <a:spcBef>
                <a:spcPct val="0"/>
              </a:spcBef>
              <a:spcAft>
                <a:spcPts val="600"/>
              </a:spcAft>
            </a:pPr>
            <a:r>
              <a:rPr kumimoji="0" lang="en-US" altLang="en-US" sz="1400" b="0" i="0" u="none" strike="noStrike" cap="none" normalizeH="0" baseline="0" dirty="0">
                <a:ln>
                  <a:noFill/>
                </a:ln>
                <a:effectLst/>
              </a:rPr>
              <a:t>Same U-Net framework easily extends to multiple classes</a:t>
            </a:r>
            <a:endParaRPr lang="en-US" altLang="en-US" sz="1400" dirty="0"/>
          </a:p>
          <a:p>
            <a:pPr lvl="2" defTabSz="914400" eaLnBrk="0" fontAlgn="base" hangingPunct="0">
              <a:lnSpc>
                <a:spcPct val="100000"/>
              </a:lnSpc>
              <a:spcBef>
                <a:spcPct val="0"/>
              </a:spcBef>
              <a:spcAft>
                <a:spcPts val="600"/>
              </a:spcAft>
            </a:pPr>
            <a:r>
              <a:rPr kumimoji="0" lang="en-US" altLang="en-US" sz="1400" b="0" i="0" u="none" strike="noStrike" cap="none" normalizeH="0" baseline="0" dirty="0">
                <a:ln>
                  <a:noFill/>
                </a:ln>
                <a:effectLst/>
              </a:rPr>
              <a:t>Classifies each pixel in the image</a:t>
            </a:r>
          </a:p>
          <a:p>
            <a:pPr lvl="1" defTabSz="914400" eaLnBrk="0" fontAlgn="base" hangingPunct="0">
              <a:lnSpc>
                <a:spcPct val="100000"/>
              </a:lnSpc>
              <a:spcBef>
                <a:spcPct val="0"/>
              </a:spcBef>
              <a:spcAft>
                <a:spcPts val="600"/>
              </a:spcAft>
            </a:pPr>
            <a:r>
              <a:rPr kumimoji="0" lang="en-US" altLang="en-US" sz="1400" b="0" i="0" u="none" strike="noStrike" cap="none" normalizeH="0" baseline="0" dirty="0">
                <a:ln>
                  <a:noFill/>
                </a:ln>
                <a:effectLst/>
              </a:rPr>
              <a:t>Potential applications: </a:t>
            </a:r>
          </a:p>
          <a:p>
            <a:pPr marL="971544" lvl="2" indent="-285750" defTabSz="914400" eaLnBrk="0" fontAlgn="base" hangingPunct="0">
              <a:lnSpc>
                <a:spcPct val="100000"/>
              </a:lnSpc>
              <a:spcBef>
                <a:spcPct val="0"/>
              </a:spcBef>
              <a:spcAft>
                <a:spcPts val="600"/>
              </a:spcAft>
            </a:pPr>
            <a:r>
              <a:rPr kumimoji="0" lang="en-US" altLang="en-US" sz="1400" b="0" i="0" u="none" strike="noStrike" cap="none" normalizeH="0" baseline="0" dirty="0">
                <a:ln>
                  <a:noFill/>
                </a:ln>
                <a:effectLst/>
              </a:rPr>
              <a:t>Sediment classification </a:t>
            </a:r>
          </a:p>
          <a:p>
            <a:pPr marL="971544" lvl="2" indent="-285750" defTabSz="914400" eaLnBrk="0" fontAlgn="base" hangingPunct="0">
              <a:lnSpc>
                <a:spcPct val="100000"/>
              </a:lnSpc>
              <a:spcBef>
                <a:spcPct val="0"/>
              </a:spcBef>
              <a:spcAft>
                <a:spcPts val="600"/>
              </a:spcAft>
            </a:pPr>
            <a:r>
              <a:rPr kumimoji="0" lang="en-US" altLang="en-US" sz="1400" b="0" i="0" u="none" strike="noStrike" cap="none" normalizeH="0" baseline="0" dirty="0">
                <a:ln>
                  <a:noFill/>
                </a:ln>
                <a:effectLst/>
              </a:rPr>
              <a:t>Fish school detection </a:t>
            </a:r>
          </a:p>
          <a:p>
            <a:pPr marL="971544" lvl="2" indent="-285750" defTabSz="914400" eaLnBrk="0" fontAlgn="base" hangingPunct="0">
              <a:lnSpc>
                <a:spcPct val="100000"/>
              </a:lnSpc>
              <a:spcBef>
                <a:spcPct val="0"/>
              </a:spcBef>
              <a:spcAft>
                <a:spcPts val="600"/>
              </a:spcAft>
            </a:pPr>
            <a:r>
              <a:rPr kumimoji="0" lang="en-US" altLang="en-US" sz="1400" b="0" i="0" u="none" strike="noStrike" cap="none" normalizeH="0" baseline="0" dirty="0">
                <a:ln>
                  <a:noFill/>
                </a:ln>
                <a:effectLst/>
              </a:rPr>
              <a:t>Infrastructure mapping (gas lines, pipelines) </a:t>
            </a:r>
          </a:p>
          <a:p>
            <a:pPr marL="971544" lvl="2" indent="-285750" defTabSz="914400" eaLnBrk="0" fontAlgn="base" hangingPunct="0">
              <a:lnSpc>
                <a:spcPct val="100000"/>
              </a:lnSpc>
              <a:spcBef>
                <a:spcPct val="0"/>
              </a:spcBef>
              <a:spcAft>
                <a:spcPts val="600"/>
              </a:spcAft>
            </a:pPr>
            <a:r>
              <a:rPr kumimoji="0" lang="en-US" altLang="en-US" sz="1400" b="0" i="0" u="none" strike="noStrike" cap="none" normalizeH="0" baseline="0" dirty="0">
                <a:ln>
                  <a:noFill/>
                </a:ln>
                <a:effectLst/>
              </a:rPr>
              <a:t>Shipwreck identification </a:t>
            </a:r>
          </a:p>
          <a:p>
            <a:pPr marL="971544" lvl="2" indent="-285750" defTabSz="914400" eaLnBrk="0" fontAlgn="base" hangingPunct="0">
              <a:lnSpc>
                <a:spcPct val="100000"/>
              </a:lnSpc>
              <a:spcBef>
                <a:spcPct val="0"/>
              </a:spcBef>
              <a:spcAft>
                <a:spcPts val="600"/>
              </a:spcAft>
            </a:pPr>
            <a:r>
              <a:rPr kumimoji="0" lang="en-US" altLang="en-US" sz="1400" b="0" i="0" u="none" strike="noStrike" cap="none" normalizeH="0" baseline="0" dirty="0">
                <a:ln>
                  <a:noFill/>
                </a:ln>
                <a:effectLst/>
              </a:rPr>
              <a:t>Submarines or torpedo detection</a:t>
            </a:r>
          </a:p>
          <a:p>
            <a:pPr lvl="1" defTabSz="914400" eaLnBrk="0" fontAlgn="base" hangingPunct="0">
              <a:lnSpc>
                <a:spcPct val="100000"/>
              </a:lnSpc>
              <a:spcBef>
                <a:spcPct val="0"/>
              </a:spcBef>
              <a:spcAft>
                <a:spcPts val="600"/>
              </a:spcAft>
            </a:pPr>
            <a:r>
              <a:rPr kumimoji="0" lang="en-US" altLang="en-US" sz="1400" b="0" i="0" u="none" strike="noStrike" cap="none" normalizeH="0" baseline="0" dirty="0">
                <a:ln>
                  <a:noFill/>
                </a:ln>
                <a:effectLst/>
              </a:rPr>
              <a:t>Single unified model for multiple detection tasks</a:t>
            </a:r>
          </a:p>
          <a:p>
            <a:pPr marL="0" marR="0" lvl="0" indent="0" defTabSz="914400" rtl="0" eaLnBrk="0" fontAlgn="base" latinLnBrk="0" hangingPunct="0">
              <a:lnSpc>
                <a:spcPct val="100000"/>
              </a:lnSpc>
              <a:spcBef>
                <a:spcPct val="0"/>
              </a:spcBef>
              <a:spcAft>
                <a:spcPts val="600"/>
              </a:spcAft>
              <a:buClrTx/>
              <a:buSzTx/>
              <a:buFontTx/>
              <a:buNone/>
              <a:tabLst/>
            </a:pPr>
            <a:endParaRPr kumimoji="0" lang="en-US" altLang="en-US" sz="1400" b="0" i="0" u="none" strike="noStrike" cap="none" normalizeH="0" baseline="0" dirty="0">
              <a:ln>
                <a:noFill/>
              </a:ln>
              <a:effectLst/>
            </a:endParaRPr>
          </a:p>
        </p:txBody>
      </p:sp>
      <p:sp>
        <p:nvSpPr>
          <p:cNvPr id="4" name="Plassholder for bunntekst 3">
            <a:extLst>
              <a:ext uri="{FF2B5EF4-FFF2-40B4-BE49-F238E27FC236}">
                <a16:creationId xmlns:a16="http://schemas.microsoft.com/office/drawing/2014/main" id="{8C7D2751-FE48-86A1-7D17-A64CBDB38582}"/>
              </a:ext>
            </a:extLst>
          </p:cNvPr>
          <p:cNvSpPr>
            <a:spLocks noGrp="1"/>
          </p:cNvSpPr>
          <p:nvPr>
            <p:ph type="ftr" sz="quarter" idx="11"/>
          </p:nvPr>
        </p:nvSpPr>
        <p:spPr>
          <a:xfrm>
            <a:off x="2146100" y="6150583"/>
            <a:ext cx="2269381" cy="246221"/>
          </a:xfrm>
        </p:spPr>
        <p:txBody>
          <a:bodyPr anchor="ctr">
            <a:normAutofit/>
          </a:bodyPr>
          <a:lstStyle/>
          <a:p>
            <a:pPr>
              <a:spcAft>
                <a:spcPts val="600"/>
              </a:spcAft>
            </a:pPr>
            <a:r>
              <a:rPr lang="en-US" dirty="0"/>
              <a:t>See Statement of Proprietary information</a:t>
            </a:r>
            <a:endParaRPr lang="nb-NO"/>
          </a:p>
        </p:txBody>
      </p:sp>
      <p:sp>
        <p:nvSpPr>
          <p:cNvPr id="14" name="Subtitle 5">
            <a:extLst>
              <a:ext uri="{FF2B5EF4-FFF2-40B4-BE49-F238E27FC236}">
                <a16:creationId xmlns:a16="http://schemas.microsoft.com/office/drawing/2014/main" id="{18C1B4A3-F707-E13E-49A9-B77EB6453C47}"/>
              </a:ext>
            </a:extLst>
          </p:cNvPr>
          <p:cNvSpPr>
            <a:spLocks noGrp="1"/>
          </p:cNvSpPr>
          <p:nvPr>
            <p:ph type="subTitle" sz="quarter" idx="13"/>
          </p:nvPr>
        </p:nvSpPr>
        <p:spPr>
          <a:xfrm>
            <a:off x="451199" y="451201"/>
            <a:ext cx="11314081" cy="410369"/>
          </a:xfrm>
        </p:spPr>
        <p:txBody>
          <a:bodyPr/>
          <a:lstStyle/>
          <a:p>
            <a:endParaRPr lang="en-US"/>
          </a:p>
        </p:txBody>
      </p:sp>
      <p:sp>
        <p:nvSpPr>
          <p:cNvPr id="10" name="Oval 9">
            <a:extLst>
              <a:ext uri="{FF2B5EF4-FFF2-40B4-BE49-F238E27FC236}">
                <a16:creationId xmlns:a16="http://schemas.microsoft.com/office/drawing/2014/main" id="{0EF1334C-614D-D8A1-A6D9-A09ACAC1AB7A}"/>
              </a:ext>
            </a:extLst>
          </p:cNvPr>
          <p:cNvSpPr/>
          <p:nvPr/>
        </p:nvSpPr>
        <p:spPr>
          <a:xfrm>
            <a:off x="5275665" y="3774996"/>
            <a:ext cx="274054" cy="2032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1D2B154D-2E7E-C883-BD8C-EC9BB0F0F7E4}"/>
              </a:ext>
            </a:extLst>
          </p:cNvPr>
          <p:cNvSpPr/>
          <p:nvPr/>
        </p:nvSpPr>
        <p:spPr>
          <a:xfrm>
            <a:off x="4277022" y="3120580"/>
            <a:ext cx="191390" cy="40489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287EF255-5F15-7D81-74F5-38A70E154AF1}"/>
              </a:ext>
            </a:extLst>
          </p:cNvPr>
          <p:cNvSpPr/>
          <p:nvPr/>
        </p:nvSpPr>
        <p:spPr>
          <a:xfrm>
            <a:off x="2228907" y="2375552"/>
            <a:ext cx="627681" cy="32546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Rounded Corners 14">
            <a:extLst>
              <a:ext uri="{FF2B5EF4-FFF2-40B4-BE49-F238E27FC236}">
                <a16:creationId xmlns:a16="http://schemas.microsoft.com/office/drawing/2014/main" id="{CF289D75-EDC7-7A92-C827-DB8BA00EE6C0}"/>
              </a:ext>
            </a:extLst>
          </p:cNvPr>
          <p:cNvSpPr/>
          <p:nvPr/>
        </p:nvSpPr>
        <p:spPr>
          <a:xfrm rot="21385424">
            <a:off x="2949578" y="4184151"/>
            <a:ext cx="666427" cy="216977"/>
          </a:xfrm>
          <a:prstGeom prst="roundRect">
            <a:avLst/>
          </a:prstGeom>
        </p:spPr>
        <p:style>
          <a:lnRef idx="3">
            <a:schemeClr val="lt1"/>
          </a:lnRef>
          <a:fillRef idx="1">
            <a:schemeClr val="accent2"/>
          </a:fillRef>
          <a:effectRef idx="1">
            <a:schemeClr val="accent2"/>
          </a:effectRef>
          <a:fontRef idx="minor">
            <a:schemeClr val="lt1"/>
          </a:fontRef>
        </p:style>
        <p:txBody>
          <a:bodyPr rtlCol="0" anchor="ctr"/>
          <a:lstStyle/>
          <a:p>
            <a:pPr algn="ctr"/>
            <a:endParaRPr lang="en-US"/>
          </a:p>
        </p:txBody>
      </p:sp>
      <p:sp>
        <p:nvSpPr>
          <p:cNvPr id="16" name="Isosceles Triangle 15">
            <a:extLst>
              <a:ext uri="{FF2B5EF4-FFF2-40B4-BE49-F238E27FC236}">
                <a16:creationId xmlns:a16="http://schemas.microsoft.com/office/drawing/2014/main" id="{ACF418C1-C040-F8BD-F717-E127DF00C543}"/>
              </a:ext>
            </a:extLst>
          </p:cNvPr>
          <p:cNvSpPr/>
          <p:nvPr/>
        </p:nvSpPr>
        <p:spPr>
          <a:xfrm rot="1674430">
            <a:off x="1515985" y="3774996"/>
            <a:ext cx="274054" cy="203200"/>
          </a:xfrm>
          <a:prstGeom prst="triangle">
            <a:avLst/>
          </a:prstGeom>
        </p:spPr>
        <p:style>
          <a:lnRef idx="3">
            <a:schemeClr val="lt1"/>
          </a:lnRef>
          <a:fillRef idx="1">
            <a:schemeClr val="accent5"/>
          </a:fillRef>
          <a:effectRef idx="1">
            <a:schemeClr val="accent5"/>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4DE7813B-10C0-8634-74BD-4AF49CCD5269}"/>
              </a:ext>
            </a:extLst>
          </p:cNvPr>
          <p:cNvSpPr txBox="1"/>
          <p:nvPr/>
        </p:nvSpPr>
        <p:spPr>
          <a:xfrm>
            <a:off x="2494717" y="5775615"/>
            <a:ext cx="1782305" cy="276999"/>
          </a:xfrm>
          <a:prstGeom prst="rect">
            <a:avLst/>
          </a:prstGeom>
          <a:noFill/>
        </p:spPr>
        <p:txBody>
          <a:bodyPr wrap="square" rtlCol="0">
            <a:spAutoFit/>
          </a:bodyPr>
          <a:lstStyle/>
          <a:p>
            <a:r>
              <a:rPr lang="nb-NO" sz="1200" dirty="0" err="1"/>
              <a:t>Example</a:t>
            </a:r>
            <a:r>
              <a:rPr lang="nb-NO" sz="1200" dirty="0"/>
              <a:t> </a:t>
            </a:r>
            <a:r>
              <a:rPr lang="nb-NO" sz="1200" dirty="0" err="1"/>
              <a:t>result</a:t>
            </a:r>
            <a:endParaRPr lang="en-US" sz="1200" dirty="0"/>
          </a:p>
        </p:txBody>
      </p:sp>
      <p:sp>
        <p:nvSpPr>
          <p:cNvPr id="22" name="Hexagon 21">
            <a:extLst>
              <a:ext uri="{FF2B5EF4-FFF2-40B4-BE49-F238E27FC236}">
                <a16:creationId xmlns:a16="http://schemas.microsoft.com/office/drawing/2014/main" id="{D12824FE-22EB-27BC-4DD6-7DC8540A4D94}"/>
              </a:ext>
            </a:extLst>
          </p:cNvPr>
          <p:cNvSpPr/>
          <p:nvPr/>
        </p:nvSpPr>
        <p:spPr>
          <a:xfrm rot="707145">
            <a:off x="881141" y="3053563"/>
            <a:ext cx="1510909" cy="192179"/>
          </a:xfrm>
          <a:prstGeom prst="hexagon">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pic>
        <p:nvPicPr>
          <p:cNvPr id="24" name="Picture 23">
            <a:extLst>
              <a:ext uri="{FF2B5EF4-FFF2-40B4-BE49-F238E27FC236}">
                <a16:creationId xmlns:a16="http://schemas.microsoft.com/office/drawing/2014/main" id="{8A11F522-DA93-0FF9-655D-B7D1349AC058}"/>
              </a:ext>
            </a:extLst>
          </p:cNvPr>
          <p:cNvPicPr>
            <a:picLocks noChangeAspect="1"/>
          </p:cNvPicPr>
          <p:nvPr/>
        </p:nvPicPr>
        <p:blipFill>
          <a:blip r:embed="rId3"/>
          <a:stretch>
            <a:fillRect/>
          </a:stretch>
        </p:blipFill>
        <p:spPr>
          <a:xfrm>
            <a:off x="3155706" y="5359393"/>
            <a:ext cx="2519549" cy="382127"/>
          </a:xfrm>
          <a:prstGeom prst="rect">
            <a:avLst/>
          </a:prstGeom>
        </p:spPr>
      </p:pic>
    </p:spTree>
    <p:extLst>
      <p:ext uri="{BB962C8B-B14F-4D97-AF65-F5344CB8AC3E}">
        <p14:creationId xmlns:p14="http://schemas.microsoft.com/office/powerpoint/2010/main" val="870906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tel 6">
            <a:extLst>
              <a:ext uri="{FF2B5EF4-FFF2-40B4-BE49-F238E27FC236}">
                <a16:creationId xmlns:a16="http://schemas.microsoft.com/office/drawing/2014/main" id="{F4A072DE-510D-3D71-E31D-4557F5C31EF1}"/>
              </a:ext>
            </a:extLst>
          </p:cNvPr>
          <p:cNvSpPr>
            <a:spLocks noGrp="1"/>
          </p:cNvSpPr>
          <p:nvPr>
            <p:ph type="title"/>
          </p:nvPr>
        </p:nvSpPr>
        <p:spPr>
          <a:xfrm>
            <a:off x="3173574" y="214751"/>
            <a:ext cx="11314586" cy="656591"/>
          </a:xfrm>
        </p:spPr>
        <p:txBody>
          <a:bodyPr anchor="t">
            <a:normAutofit/>
          </a:bodyPr>
          <a:lstStyle/>
          <a:p>
            <a:r>
              <a:rPr lang="nb-NO" dirty="0"/>
              <a:t>C</a:t>
            </a:r>
            <a:r>
              <a:rPr lang="en-US" dirty="0" err="1"/>
              <a:t>lassical</a:t>
            </a:r>
            <a:r>
              <a:rPr lang="en-US" dirty="0"/>
              <a:t> U-Net usage analogy</a:t>
            </a:r>
            <a:endParaRPr lang="en-GB" dirty="0"/>
          </a:p>
        </p:txBody>
      </p:sp>
      <p:sp>
        <p:nvSpPr>
          <p:cNvPr id="4" name="Plassholder for bunntekst 3">
            <a:extLst>
              <a:ext uri="{FF2B5EF4-FFF2-40B4-BE49-F238E27FC236}">
                <a16:creationId xmlns:a16="http://schemas.microsoft.com/office/drawing/2014/main" id="{8C7D2751-FE48-86A1-7D17-A64CBDB38582}"/>
              </a:ext>
            </a:extLst>
          </p:cNvPr>
          <p:cNvSpPr>
            <a:spLocks noGrp="1"/>
          </p:cNvSpPr>
          <p:nvPr>
            <p:ph type="ftr" sz="quarter" idx="11"/>
          </p:nvPr>
        </p:nvSpPr>
        <p:spPr>
          <a:xfrm>
            <a:off x="2146100" y="6150583"/>
            <a:ext cx="2269381" cy="246221"/>
          </a:xfrm>
        </p:spPr>
        <p:txBody>
          <a:bodyPr anchor="ctr">
            <a:normAutofit/>
          </a:bodyPr>
          <a:lstStyle/>
          <a:p>
            <a:pPr>
              <a:spcAft>
                <a:spcPts val="600"/>
              </a:spcAft>
            </a:pPr>
            <a:r>
              <a:rPr lang="en-US" dirty="0"/>
              <a:t>See Statement of Proprietary information</a:t>
            </a:r>
            <a:endParaRPr lang="nb-NO"/>
          </a:p>
        </p:txBody>
      </p:sp>
      <p:sp>
        <p:nvSpPr>
          <p:cNvPr id="14" name="Subtitle 5">
            <a:extLst>
              <a:ext uri="{FF2B5EF4-FFF2-40B4-BE49-F238E27FC236}">
                <a16:creationId xmlns:a16="http://schemas.microsoft.com/office/drawing/2014/main" id="{18C1B4A3-F707-E13E-49A9-B77EB6453C47}"/>
              </a:ext>
            </a:extLst>
          </p:cNvPr>
          <p:cNvSpPr>
            <a:spLocks noGrp="1"/>
          </p:cNvSpPr>
          <p:nvPr>
            <p:ph type="subTitle" sz="quarter" idx="13"/>
          </p:nvPr>
        </p:nvSpPr>
        <p:spPr>
          <a:xfrm>
            <a:off x="674719" y="-1635535"/>
            <a:ext cx="11314081" cy="410369"/>
          </a:xfrm>
        </p:spPr>
        <p:txBody>
          <a:bodyPr/>
          <a:lstStyle/>
          <a:p>
            <a:endParaRPr lang="en-US"/>
          </a:p>
        </p:txBody>
      </p:sp>
      <p:pic>
        <p:nvPicPr>
          <p:cNvPr id="8" name="Picture 7">
            <a:extLst>
              <a:ext uri="{FF2B5EF4-FFF2-40B4-BE49-F238E27FC236}">
                <a16:creationId xmlns:a16="http://schemas.microsoft.com/office/drawing/2014/main" id="{5DE2DB27-374F-053B-5348-EFB4E7E68236}"/>
              </a:ext>
            </a:extLst>
          </p:cNvPr>
          <p:cNvPicPr>
            <a:picLocks noChangeAspect="1"/>
          </p:cNvPicPr>
          <p:nvPr/>
        </p:nvPicPr>
        <p:blipFill>
          <a:blip r:embed="rId2"/>
          <a:stretch>
            <a:fillRect/>
          </a:stretch>
        </p:blipFill>
        <p:spPr>
          <a:xfrm>
            <a:off x="2011862" y="956225"/>
            <a:ext cx="8639794" cy="4558143"/>
          </a:xfrm>
          <a:prstGeom prst="rect">
            <a:avLst/>
          </a:prstGeom>
        </p:spPr>
      </p:pic>
      <p:sp>
        <p:nvSpPr>
          <p:cNvPr id="9" name="Tittel 6">
            <a:extLst>
              <a:ext uri="{FF2B5EF4-FFF2-40B4-BE49-F238E27FC236}">
                <a16:creationId xmlns:a16="http://schemas.microsoft.com/office/drawing/2014/main" id="{9BB0B8CD-C219-D092-A83D-7A42953CD236}"/>
              </a:ext>
            </a:extLst>
          </p:cNvPr>
          <p:cNvSpPr txBox="1">
            <a:spLocks/>
          </p:cNvSpPr>
          <p:nvPr/>
        </p:nvSpPr>
        <p:spPr>
          <a:xfrm>
            <a:off x="2011862" y="5665090"/>
            <a:ext cx="11314586" cy="656591"/>
          </a:xfrm>
          <a:prstGeom prst="rect">
            <a:avLst/>
          </a:prstGeom>
        </p:spPr>
        <p:txBody>
          <a:bodyPr vert="horz" lIns="91440" tIns="45720" rIns="91440" bIns="45720" rtlCol="0" anchor="t">
            <a:normAutofit/>
          </a:bodyPr>
          <a:lstStyle>
            <a:lvl1pPr algn="l" defTabSz="914377" rtl="0" eaLnBrk="1" latinLnBrk="0" hangingPunct="1">
              <a:lnSpc>
                <a:spcPct val="100000"/>
              </a:lnSpc>
              <a:spcBef>
                <a:spcPct val="0"/>
              </a:spcBef>
              <a:buNone/>
              <a:defRPr sz="3467" b="1" kern="1200">
                <a:solidFill>
                  <a:srgbClr val="404040"/>
                </a:solidFill>
                <a:latin typeface="+mj-lt"/>
                <a:ea typeface="+mj-ea"/>
                <a:cs typeface="+mj-cs"/>
              </a:defRPr>
            </a:lvl1pPr>
          </a:lstStyle>
          <a:p>
            <a:r>
              <a:rPr lang="nb-NO" sz="2000" b="0" dirty="0"/>
              <a:t>Image is </a:t>
            </a:r>
            <a:r>
              <a:rPr lang="nb-NO" sz="2000" b="0" dirty="0" err="1"/>
              <a:t>segmented</a:t>
            </a:r>
            <a:r>
              <a:rPr lang="nb-NO" sz="2000" b="0" dirty="0"/>
              <a:t> </a:t>
            </a:r>
            <a:r>
              <a:rPr lang="nb-NO" sz="2000" b="0" dirty="0" err="1"/>
              <a:t>into</a:t>
            </a:r>
            <a:r>
              <a:rPr lang="nb-NO" sz="2000" b="0" dirty="0"/>
              <a:t> different </a:t>
            </a:r>
            <a:r>
              <a:rPr lang="nb-NO" sz="2000" b="0" dirty="0" err="1"/>
              <a:t>classes</a:t>
            </a:r>
            <a:r>
              <a:rPr lang="nb-NO" sz="2000" b="0" dirty="0"/>
              <a:t> (</a:t>
            </a:r>
            <a:r>
              <a:rPr lang="nb-NO" sz="2000" b="0" dirty="0" err="1"/>
              <a:t>car</a:t>
            </a:r>
            <a:r>
              <a:rPr lang="nb-NO" sz="2000" b="0" dirty="0"/>
              <a:t>, human, </a:t>
            </a:r>
            <a:r>
              <a:rPr lang="nb-NO" sz="2000" b="0" dirty="0" err="1"/>
              <a:t>road</a:t>
            </a:r>
            <a:r>
              <a:rPr lang="nb-NO" sz="2000" b="0" dirty="0"/>
              <a:t>, tram, </a:t>
            </a:r>
            <a:r>
              <a:rPr lang="nb-NO" sz="2000" b="0" dirty="0" err="1"/>
              <a:t>traffic</a:t>
            </a:r>
            <a:r>
              <a:rPr lang="nb-NO" sz="2000" b="0" dirty="0"/>
              <a:t> </a:t>
            </a:r>
            <a:r>
              <a:rPr lang="nb-NO" sz="2000" b="0" dirty="0" err="1"/>
              <a:t>light</a:t>
            </a:r>
            <a:r>
              <a:rPr lang="nb-NO" sz="2000" b="0" dirty="0"/>
              <a:t>, </a:t>
            </a:r>
            <a:r>
              <a:rPr lang="nb-NO" sz="2000" b="0" dirty="0" err="1"/>
              <a:t>etc</a:t>
            </a:r>
            <a:r>
              <a:rPr lang="nb-NO" sz="2000" b="0" dirty="0"/>
              <a:t>…) </a:t>
            </a:r>
            <a:endParaRPr lang="en-GB" sz="2000" b="0" dirty="0"/>
          </a:p>
        </p:txBody>
      </p:sp>
      <p:sp>
        <p:nvSpPr>
          <p:cNvPr id="21" name="TextBox 20">
            <a:extLst>
              <a:ext uri="{FF2B5EF4-FFF2-40B4-BE49-F238E27FC236}">
                <a16:creationId xmlns:a16="http://schemas.microsoft.com/office/drawing/2014/main" id="{6776FF97-FD48-8D70-3453-62D01E269449}"/>
              </a:ext>
            </a:extLst>
          </p:cNvPr>
          <p:cNvSpPr txBox="1"/>
          <p:nvPr/>
        </p:nvSpPr>
        <p:spPr>
          <a:xfrm>
            <a:off x="2367138" y="5497160"/>
            <a:ext cx="8841330" cy="184666"/>
          </a:xfrm>
          <a:prstGeom prst="rect">
            <a:avLst/>
          </a:prstGeom>
          <a:noFill/>
        </p:spPr>
        <p:txBody>
          <a:bodyPr wrap="square" rtlCol="0">
            <a:spAutoFit/>
          </a:bodyPr>
          <a:lstStyle/>
          <a:p>
            <a:r>
              <a:rPr lang="nb-NO" sz="600" dirty="0"/>
              <a:t>Image </a:t>
            </a:r>
            <a:r>
              <a:rPr lang="nb-NO" sz="600" dirty="0" err="1"/>
              <a:t>source</a:t>
            </a:r>
            <a:r>
              <a:rPr lang="nb-NO" sz="600" dirty="0"/>
              <a:t>: </a:t>
            </a:r>
            <a:r>
              <a:rPr lang="en-US" sz="600" dirty="0">
                <a:hlinkClick r:id="rId3"/>
              </a:rPr>
              <a:t>Mastering the Art of Image Segmentation: A Comprehensive Guide to Image Segmentation Techniques | by Marcus </a:t>
            </a:r>
            <a:r>
              <a:rPr lang="en-US" sz="600" dirty="0" err="1">
                <a:hlinkClick r:id="rId3"/>
              </a:rPr>
              <a:t>angella</a:t>
            </a:r>
            <a:r>
              <a:rPr lang="en-US" sz="600" dirty="0">
                <a:hlinkClick r:id="rId3"/>
              </a:rPr>
              <a:t> | Medium</a:t>
            </a:r>
            <a:endParaRPr lang="en-US" sz="600" dirty="0"/>
          </a:p>
        </p:txBody>
      </p:sp>
    </p:spTree>
    <p:extLst>
      <p:ext uri="{BB962C8B-B14F-4D97-AF65-F5344CB8AC3E}">
        <p14:creationId xmlns:p14="http://schemas.microsoft.com/office/powerpoint/2010/main" val="364495063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Office-tema">
  <a:themeElements>
    <a:clrScheme name="KOG Colours">
      <a:dk1>
        <a:srgbClr val="000000"/>
      </a:dk1>
      <a:lt1>
        <a:srgbClr val="FFFFFF"/>
      </a:lt1>
      <a:dk2>
        <a:srgbClr val="001638"/>
      </a:dk2>
      <a:lt2>
        <a:srgbClr val="E7E6E6"/>
      </a:lt2>
      <a:accent1>
        <a:srgbClr val="2463C2"/>
      </a:accent1>
      <a:accent2>
        <a:srgbClr val="09BCAD"/>
      </a:accent2>
      <a:accent3>
        <a:srgbClr val="0A9754"/>
      </a:accent3>
      <a:accent4>
        <a:srgbClr val="AA906E"/>
      </a:accent4>
      <a:accent5>
        <a:srgbClr val="FFF571"/>
      </a:accent5>
      <a:accent6>
        <a:srgbClr val="D71D15"/>
      </a:accent6>
      <a:hlink>
        <a:srgbClr val="000000"/>
      </a:hlink>
      <a:folHlink>
        <a:srgbClr val="000000"/>
      </a:folHlink>
    </a:clrScheme>
    <a:fontScheme name="Egendefinert 67">
      <a:majorFont>
        <a:latin typeface="Calibri"/>
        <a:ea typeface=""/>
        <a:cs typeface=""/>
      </a:majorFont>
      <a:minorFont>
        <a:latin typeface="Calibri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custClrLst>
    <a:custClr name="Custom Color 1">
      <a:srgbClr val="470B16"/>
    </a:custClr>
    <a:custClr name="Custom Color 2">
      <a:srgbClr val="870C21"/>
    </a:custClr>
    <a:custClr name="Custom Color 3">
      <a:srgbClr val="D71D15"/>
    </a:custClr>
    <a:custClr name="Custom Color 4">
      <a:srgbClr val="EF91A1"/>
    </a:custClr>
    <a:custClr name="Custom Color 5">
      <a:srgbClr val="FAE6E9"/>
    </a:custClr>
    <a:custClr name="Custom Color 6">
      <a:srgbClr val="E77601"/>
    </a:custClr>
    <a:custClr name="Custom Color 7">
      <a:srgbClr val="FABB3E"/>
    </a:custClr>
    <a:custClr name="Custom Color 8">
      <a:srgbClr val="F9DD4A"/>
    </a:custClr>
    <a:custClr name="Custom Color 9">
      <a:srgbClr val="FFF572"/>
    </a:custClr>
    <a:custClr name="Custom Color 10">
      <a:srgbClr val="FFFFDF"/>
    </a:custClr>
    <a:custClr name="Custom Color 11">
      <a:srgbClr val="374E2D"/>
    </a:custClr>
    <a:custClr name="Custom Color 12">
      <a:srgbClr val="5B834D"/>
    </a:custClr>
    <a:custClr name="Custom Color 13">
      <a:srgbClr val="6EA25D"/>
    </a:custClr>
    <a:custClr name="Custom Color 14">
      <a:srgbClr val="ADD8A0"/>
    </a:custClr>
    <a:custClr name="Custom Color 15">
      <a:srgbClr val="D8FACF"/>
    </a:custClr>
    <a:custClr name="Custom Color 16">
      <a:srgbClr val="223F2E"/>
    </a:custClr>
    <a:custClr name="Custom Color 17">
      <a:srgbClr val="0A9754"/>
    </a:custClr>
    <a:custClr name="Custom Color 18">
      <a:srgbClr val="15C470"/>
    </a:custClr>
    <a:custClr name="Custom Color 19">
      <a:srgbClr val="49E092"/>
    </a:custClr>
    <a:custClr name="Custom Color 20">
      <a:srgbClr val="CBFAD5"/>
    </a:custClr>
    <a:custClr name="Custom Color 21">
      <a:srgbClr val="014A42"/>
    </a:custClr>
    <a:custClr name="Custom Color 22">
      <a:srgbClr val="08A698"/>
    </a:custClr>
    <a:custClr name="Custom Color 23">
      <a:srgbClr val="09BCAD"/>
    </a:custClr>
    <a:custClr name="Custom Color 24">
      <a:srgbClr val="5DE1D9"/>
    </a:custClr>
    <a:custClr name="Custom Color 25">
      <a:srgbClr val="BCFFF3"/>
    </a:custClr>
    <a:custClr name="Custom Color 26">
      <a:srgbClr val="001639"/>
    </a:custClr>
    <a:custClr name="Custom Color 27">
      <a:srgbClr val="174283"/>
    </a:custClr>
    <a:custClr name="Custom Color 28">
      <a:srgbClr val="2463C2"/>
    </a:custClr>
    <a:custClr name="Custom Color 29">
      <a:srgbClr val="629EF9"/>
    </a:custClr>
    <a:custClr name="Custom Color 30">
      <a:srgbClr val="DAF2FF"/>
    </a:custClr>
    <a:custClr name="Custom Color 31">
      <a:srgbClr val="5A3D18"/>
    </a:custClr>
    <a:custClr name="Custom Color 32">
      <a:srgbClr val="84643C"/>
    </a:custClr>
    <a:custClr name="Custom Color 33">
      <a:srgbClr val="AA906E"/>
    </a:custClr>
    <a:custClr name="Custom Color 34">
      <a:srgbClr val="DACAB4"/>
    </a:custClr>
    <a:custClr name="Custom Color 35">
      <a:srgbClr val="F8F2EB"/>
    </a:custClr>
    <a:custClr name="Custom Color 36">
      <a:srgbClr val="393B3F"/>
    </a:custClr>
    <a:custClr name="Custom Color 37">
      <a:srgbClr val="64686D"/>
    </a:custClr>
    <a:custClr name="Custom Color 38">
      <a:srgbClr val="868C93"/>
    </a:custClr>
    <a:custClr name="Custom Color 39">
      <a:srgbClr val="B3B7BC"/>
    </a:custClr>
    <a:custClr name="Custom Color 40">
      <a:srgbClr val="EBEBEB"/>
    </a:custClr>
  </a:custClrLst>
  <a:extLst>
    <a:ext uri="{05A4C25C-085E-4340-85A3-A5531E510DB2}">
      <thm15:themeFamily xmlns:thm15="http://schemas.microsoft.com/office/thememl/2012/main" name="Presentation1" id="{7975864A-3015-43FF-9BB7-5E1A4A043DD9}" vid="{F2BA095A-7595-43AD-A893-07FFA449F670}"/>
    </a:ext>
  </a:extLst>
</a:theme>
</file>

<file path=ppt/theme/theme2.xml><?xml version="1.0" encoding="utf-8"?>
<a:theme xmlns:a="http://schemas.openxmlformats.org/drawingml/2006/main" name="Office-t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kument" ma:contentTypeID="0x01010095D3219083D1174E9A1FD2DC0E1806C3" ma:contentTypeVersion="14" ma:contentTypeDescription="Opprett et nytt dokument." ma:contentTypeScope="" ma:versionID="5d8d1c94a0f39082448d6c4d01571fd1">
  <xsd:schema xmlns:xsd="http://www.w3.org/2001/XMLSchema" xmlns:xs="http://www.w3.org/2001/XMLSchema" xmlns:p="http://schemas.microsoft.com/office/2006/metadata/properties" xmlns:ns3="c49e50c6-db1d-4491-981a-c725b6a65f31" xmlns:ns4="928e74cd-06cd-44b6-b4f1-76297fdbd7a9" targetNamespace="http://schemas.microsoft.com/office/2006/metadata/properties" ma:root="true" ma:fieldsID="add8cab6d234869d29d17afe619808b2" ns3:_="" ns4:_="">
    <xsd:import namespace="c49e50c6-db1d-4491-981a-c725b6a65f31"/>
    <xsd:import namespace="928e74cd-06cd-44b6-b4f1-76297fdbd7a9"/>
    <xsd:element name="properties">
      <xsd:complexType>
        <xsd:sequence>
          <xsd:element name="documentManagement">
            <xsd:complexType>
              <xsd:all>
                <xsd:element ref="ns3:MediaServiceDateTaken" minOccurs="0"/>
                <xsd:element ref="ns3:_activity" minOccurs="0"/>
                <xsd:element ref="ns4:SharedWithUsers" minOccurs="0"/>
                <xsd:element ref="ns4:SharedWithDetails" minOccurs="0"/>
                <xsd:element ref="ns4:SharingHintHash" minOccurs="0"/>
                <xsd:element ref="ns3:MediaServiceMetadata" minOccurs="0"/>
                <xsd:element ref="ns3:MediaServiceFastMetadata" minOccurs="0"/>
                <xsd:element ref="ns3:MediaServiceSearchProperties" minOccurs="0"/>
                <xsd:element ref="ns3:MediaServiceObjectDetectorVersions" minOccurs="0"/>
                <xsd:element ref="ns3:MediaServiceSystemTags" minOccurs="0"/>
                <xsd:element ref="ns3:MediaServiceGenerationTime" minOccurs="0"/>
                <xsd:element ref="ns3:MediaServiceEventHashCode" minOccurs="0"/>
                <xsd:element ref="ns3:MediaLengthInSeconds" minOccurs="0"/>
                <xsd:element ref="ns3: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49e50c6-db1d-4491-981a-c725b6a65f31"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_activity" ma:index="9" nillable="true" ma:displayName="_activity" ma:hidden="true" ma:internalName="_activity">
      <xsd:simpleType>
        <xsd:restriction base="dms:Note"/>
      </xsd:simpleType>
    </xsd:element>
    <xsd:element name="MediaServiceMetadata" ma:index="13" nillable="true" ma:displayName="MediaServiceMetadata" ma:hidden="true" ma:internalName="MediaServiceMetadata" ma:readOnly="true">
      <xsd:simpleType>
        <xsd:restriction base="dms:Note"/>
      </xsd:simpleType>
    </xsd:element>
    <xsd:element name="MediaServiceFastMetadata" ma:index="14" nillable="true" ma:displayName="MediaServiceFastMetadata" ma:hidden="true" ma:internalName="MediaServiceFastMetadata" ma:readOnly="true">
      <xsd:simpleType>
        <xsd:restriction base="dms:Note"/>
      </xsd:simpleType>
    </xsd:element>
    <xsd:element name="MediaServiceSearchProperties" ma:index="15" nillable="true" ma:displayName="MediaServiceSearchProperties" ma:hidden="true" ma:internalName="MediaServiceSearchProperties" ma:readOnly="true">
      <xsd:simpleType>
        <xsd:restriction base="dms:Note"/>
      </xsd:simpleType>
    </xsd:element>
    <xsd:element name="MediaServiceObjectDetectorVersions" ma:index="16" nillable="true" ma:displayName="MediaServiceObjectDetectorVersions" ma:hidden="true" ma:indexed="true" ma:internalName="MediaServiceObjectDetectorVersions" ma:readOnly="true">
      <xsd:simpleType>
        <xsd:restriction base="dms:Text"/>
      </xsd:simpleType>
    </xsd:element>
    <xsd:element name="MediaServiceSystemTags" ma:index="17" nillable="true" ma:displayName="MediaServiceSystemTags" ma:hidden="true" ma:internalName="MediaServiceSystemTags" ma:readOnly="true">
      <xsd:simpleType>
        <xsd:restriction base="dms:Note"/>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element name="MediaServiceOCR" ma:index="21"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928e74cd-06cd-44b6-b4f1-76297fdbd7a9" elementFormDefault="qualified">
    <xsd:import namespace="http://schemas.microsoft.com/office/2006/documentManagement/types"/>
    <xsd:import namespace="http://schemas.microsoft.com/office/infopath/2007/PartnerControls"/>
    <xsd:element name="SharedWithUsers" ma:index="10" nillable="true" ma:displayName="Delt med"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Delingsdetaljer" ma:internalName="SharedWithDetails" ma:readOnly="true">
      <xsd:simpleType>
        <xsd:restriction base="dms:Note">
          <xsd:maxLength value="255"/>
        </xsd:restriction>
      </xsd:simpleType>
    </xsd:element>
    <xsd:element name="SharingHintHash" ma:index="12" nillable="true" ma:displayName="Hash for deling av tips"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nholdstype"/>
        <xsd:element ref="dc:title" minOccurs="0" maxOccurs="1" ma:index="4" ma:displayName="Tit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activity xmlns="c49e50c6-db1d-4491-981a-c725b6a65f31"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D82742B3-DB41-403F-85B0-BA896E12CD5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49e50c6-db1d-4491-981a-c725b6a65f31"/>
    <ds:schemaRef ds:uri="928e74cd-06cd-44b6-b4f1-76297fdbd7a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272A76B6-A72B-4DA5-BEFF-E1CE393BDF4E}">
  <ds:schemaRefs>
    <ds:schemaRef ds:uri="http://purl.org/dc/terms/"/>
    <ds:schemaRef ds:uri="http://schemas.openxmlformats.org/package/2006/metadata/core-properties"/>
    <ds:schemaRef ds:uri="http://purl.org/dc/elements/1.1/"/>
    <ds:schemaRef ds:uri="c49e50c6-db1d-4491-981a-c725b6a65f31"/>
    <ds:schemaRef ds:uri="http://schemas.microsoft.com/office/2006/documentManagement/types"/>
    <ds:schemaRef ds:uri="http://schemas.microsoft.com/office/2006/metadata/properties"/>
    <ds:schemaRef ds:uri="http://schemas.microsoft.com/office/infopath/2007/PartnerControls"/>
    <ds:schemaRef ds:uri="928e74cd-06cd-44b6-b4f1-76297fdbd7a9"/>
    <ds:schemaRef ds:uri="http://www.w3.org/XML/1998/namespace"/>
    <ds:schemaRef ds:uri="http://purl.org/dc/dcmitype/"/>
  </ds:schemaRefs>
</ds:datastoreItem>
</file>

<file path=customXml/itemProps3.xml><?xml version="1.0" encoding="utf-8"?>
<ds:datastoreItem xmlns:ds="http://schemas.openxmlformats.org/officeDocument/2006/customXml" ds:itemID="{480183B2-BEAC-44D6-99C6-BA876A145E33}">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KONGSBERG</Template>
  <TotalTime>189</TotalTime>
  <Words>230</Words>
  <Application>Microsoft Office PowerPoint</Application>
  <PresentationFormat>Widescreen</PresentationFormat>
  <Paragraphs>41</Paragraphs>
  <Slides>5</Slides>
  <Notes>0</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1</vt:i4>
      </vt:variant>
      <vt:variant>
        <vt:lpstr>Slide Titles</vt:lpstr>
      </vt:variant>
      <vt:variant>
        <vt:i4>5</vt:i4>
      </vt:variant>
    </vt:vector>
  </HeadingPairs>
  <TitlesOfParts>
    <vt:vector size="11" baseType="lpstr">
      <vt:lpstr>Arial</vt:lpstr>
      <vt:lpstr>Calibri</vt:lpstr>
      <vt:lpstr>Calibri Light</vt:lpstr>
      <vt:lpstr>Symbol</vt:lpstr>
      <vt:lpstr>Office-tema</vt:lpstr>
      <vt:lpstr>think-cell Slide</vt:lpstr>
      <vt:lpstr>PowerPoint Presentation</vt:lpstr>
      <vt:lpstr>Enhancing Acoustic Echogram Analysis with Deep Learning</vt:lpstr>
      <vt:lpstr>Limitations of Current Algorithmic Methods</vt:lpstr>
      <vt:lpstr>The Deep Learning Advantage (U-Net)</vt:lpstr>
      <vt:lpstr>Classical U-Net usage analogy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Axel Friberg Hagen</dc:creator>
  <cp:lastModifiedBy>Axel Friberg Hagen</cp:lastModifiedBy>
  <cp:revision>2</cp:revision>
  <dcterms:created xsi:type="dcterms:W3CDTF">2024-11-20T09:47:16Z</dcterms:created>
  <dcterms:modified xsi:type="dcterms:W3CDTF">2025-01-06T07:09:41Z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0x01010095D3219083D1174E9A1FD2DC0E1806C3</vt:lpwstr>
  </property>
  <property fmtid="{D5CDD505-2E9C-101B-9397-08002B2CF9AE}" pid="3" name="MediaServiceImageTags">
    <vt:lpwstr/>
  </property>
  <property fmtid="{D5CDD505-2E9C-101B-9397-08002B2CF9AE}" pid="4" name="ClassificationContentMarkingFooterLocations">
    <vt:lpwstr>Office-tema:10</vt:lpwstr>
  </property>
  <property fmtid="{D5CDD505-2E9C-101B-9397-08002B2CF9AE}" pid="5" name="ClassificationContentMarkingFooterText">
    <vt:lpwstr>COMPANY LIMITED</vt:lpwstr>
  </property>
</Properties>
</file>